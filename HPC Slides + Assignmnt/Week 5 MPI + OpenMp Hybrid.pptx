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8" r:id="rId3"/>
    <p:sldId id="317" r:id="rId4"/>
    <p:sldId id="292" r:id="rId5"/>
    <p:sldId id="318" r:id="rId6"/>
    <p:sldId id="316" r:id="rId7"/>
    <p:sldId id="319" r:id="rId8"/>
    <p:sldId id="320" r:id="rId9"/>
    <p:sldId id="315" r:id="rId10"/>
    <p:sldId id="321" r:id="rId11"/>
    <p:sldId id="322" r:id="rId12"/>
    <p:sldId id="323" r:id="rId13"/>
    <p:sldId id="324" r:id="rId14"/>
    <p:sldId id="291" r:id="rId15"/>
  </p:sldIdLst>
  <p:sldSz cx="12192000" cy="6858000"/>
  <p:notesSz cx="6797675" cy="9926638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C8CF475-34CE-4AF9-BFC0-AADEC6D930FD}">
          <p14:sldIdLst>
            <p14:sldId id="256"/>
            <p14:sldId id="258"/>
            <p14:sldId id="317"/>
            <p14:sldId id="292"/>
            <p14:sldId id="318"/>
            <p14:sldId id="316"/>
            <p14:sldId id="319"/>
            <p14:sldId id="320"/>
            <p14:sldId id="315"/>
            <p14:sldId id="321"/>
            <p14:sldId id="322"/>
            <p14:sldId id="323"/>
            <p14:sldId id="324"/>
            <p14:sldId id="2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098">
          <p15:clr>
            <a:srgbClr val="A4A3A4"/>
          </p15:clr>
        </p15:guide>
        <p15:guide id="3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CB18"/>
    <a:srgbClr val="FEE814"/>
    <a:srgbClr val="660066"/>
    <a:srgbClr val="CC0099"/>
    <a:srgbClr val="200029"/>
    <a:srgbClr val="1A00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57F019-7C34-4A60-873D-3FC8E9B3F720}" v="116" dt="2025-10-20T22:42:05.2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97" autoAdjust="0"/>
    <p:restoredTop sz="85490" autoAdjust="0"/>
  </p:normalViewPr>
  <p:slideViewPr>
    <p:cSldViewPr>
      <p:cViewPr varScale="1">
        <p:scale>
          <a:sx n="70" d="100"/>
          <a:sy n="70" d="100"/>
        </p:scale>
        <p:origin x="950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354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406" y="-90"/>
      </p:cViewPr>
      <p:guideLst>
        <p:guide orient="horz" pos="3126"/>
        <p:guide pos="2098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ur, Pooja" userId="f1d49aa0-60fa-4df2-bcf0-4ffe2369a09d" providerId="ADAL" clId="{3F982A0F-D37D-41D3-8487-74AE7D94719C}"/>
    <pc:docChg chg="undo custSel mod addSld delSld modSld modSection">
      <pc:chgData name="Kaur, Pooja" userId="f1d49aa0-60fa-4df2-bcf0-4ffe2369a09d" providerId="ADAL" clId="{3F982A0F-D37D-41D3-8487-74AE7D94719C}" dt="2025-10-20T22:49:49.054" v="160" actId="20577"/>
      <pc:docMkLst>
        <pc:docMk/>
      </pc:docMkLst>
      <pc:sldChg chg="modSp mod">
        <pc:chgData name="Kaur, Pooja" userId="f1d49aa0-60fa-4df2-bcf0-4ffe2369a09d" providerId="ADAL" clId="{3F982A0F-D37D-41D3-8487-74AE7D94719C}" dt="2025-10-20T22:49:49.054" v="160" actId="20577"/>
        <pc:sldMkLst>
          <pc:docMk/>
          <pc:sldMk cId="3682989772" sldId="256"/>
        </pc:sldMkLst>
        <pc:spChg chg="mod">
          <ac:chgData name="Kaur, Pooja" userId="f1d49aa0-60fa-4df2-bcf0-4ffe2369a09d" providerId="ADAL" clId="{3F982A0F-D37D-41D3-8487-74AE7D94719C}" dt="2025-10-20T22:49:49.054" v="160" actId="20577"/>
          <ac:spMkLst>
            <pc:docMk/>
            <pc:sldMk cId="3682989772" sldId="256"/>
            <ac:spMk id="3" creationId="{00000000-0000-0000-0000-000000000000}"/>
          </ac:spMkLst>
        </pc:spChg>
      </pc:sldChg>
      <pc:sldChg chg="addSp delSp modSp mod">
        <pc:chgData name="Kaur, Pooja" userId="f1d49aa0-60fa-4df2-bcf0-4ffe2369a09d" providerId="ADAL" clId="{3F982A0F-D37D-41D3-8487-74AE7D94719C}" dt="2025-10-20T22:49:19.765" v="150" actId="20577"/>
        <pc:sldMkLst>
          <pc:docMk/>
          <pc:sldMk cId="937974853" sldId="315"/>
        </pc:sldMkLst>
        <pc:spChg chg="mod">
          <ac:chgData name="Kaur, Pooja" userId="f1d49aa0-60fa-4df2-bcf0-4ffe2369a09d" providerId="ADAL" clId="{3F982A0F-D37D-41D3-8487-74AE7D94719C}" dt="2025-10-20T22:49:19.765" v="150" actId="20577"/>
          <ac:spMkLst>
            <pc:docMk/>
            <pc:sldMk cId="937974853" sldId="315"/>
            <ac:spMk id="2" creationId="{2CE0DA48-5B3D-79C6-3E86-DD3565681899}"/>
          </ac:spMkLst>
        </pc:spChg>
        <pc:spChg chg="del">
          <ac:chgData name="Kaur, Pooja" userId="f1d49aa0-60fa-4df2-bcf0-4ffe2369a09d" providerId="ADAL" clId="{3F982A0F-D37D-41D3-8487-74AE7D94719C}" dt="2025-10-20T22:35:13.724" v="22" actId="478"/>
          <ac:spMkLst>
            <pc:docMk/>
            <pc:sldMk cId="937974853" sldId="315"/>
            <ac:spMk id="7" creationId="{2403E5AA-06BC-969B-681C-EEA8CCFA1912}"/>
          </ac:spMkLst>
        </pc:spChg>
        <pc:spChg chg="mod">
          <ac:chgData name="Kaur, Pooja" userId="f1d49aa0-60fa-4df2-bcf0-4ffe2369a09d" providerId="ADAL" clId="{3F982A0F-D37D-41D3-8487-74AE7D94719C}" dt="2025-10-20T22:35:44.637" v="28" actId="207"/>
          <ac:spMkLst>
            <pc:docMk/>
            <pc:sldMk cId="937974853" sldId="315"/>
            <ac:spMk id="9" creationId="{4234611B-36B0-7911-C49E-64177F8AB2C0}"/>
          </ac:spMkLst>
        </pc:spChg>
        <pc:spChg chg="del">
          <ac:chgData name="Kaur, Pooja" userId="f1d49aa0-60fa-4df2-bcf0-4ffe2369a09d" providerId="ADAL" clId="{3F982A0F-D37D-41D3-8487-74AE7D94719C}" dt="2025-10-20T22:33:26.635" v="0" actId="478"/>
          <ac:spMkLst>
            <pc:docMk/>
            <pc:sldMk cId="937974853" sldId="315"/>
            <ac:spMk id="16" creationId="{31785BC0-0992-A215-6BE3-186D8EF4B927}"/>
          </ac:spMkLst>
        </pc:spChg>
        <pc:spChg chg="add">
          <ac:chgData name="Kaur, Pooja" userId="f1d49aa0-60fa-4df2-bcf0-4ffe2369a09d" providerId="ADAL" clId="{3F982A0F-D37D-41D3-8487-74AE7D94719C}" dt="2025-10-20T22:33:34.999" v="4"/>
          <ac:spMkLst>
            <pc:docMk/>
            <pc:sldMk cId="937974853" sldId="315"/>
            <ac:spMk id="17" creationId="{A448171A-0804-F8F0-FA96-12966E8DA791}"/>
          </ac:spMkLst>
        </pc:spChg>
        <pc:spChg chg="add">
          <ac:chgData name="Kaur, Pooja" userId="f1d49aa0-60fa-4df2-bcf0-4ffe2369a09d" providerId="ADAL" clId="{3F982A0F-D37D-41D3-8487-74AE7D94719C}" dt="2025-10-20T22:33:47.505" v="6"/>
          <ac:spMkLst>
            <pc:docMk/>
            <pc:sldMk cId="937974853" sldId="315"/>
            <ac:spMk id="18" creationId="{79EA1CBF-5ACA-89BA-5B1F-9B5D566EE5E2}"/>
          </ac:spMkLst>
        </pc:spChg>
        <pc:spChg chg="add del mod">
          <ac:chgData name="Kaur, Pooja" userId="f1d49aa0-60fa-4df2-bcf0-4ffe2369a09d" providerId="ADAL" clId="{3F982A0F-D37D-41D3-8487-74AE7D94719C}" dt="2025-10-20T22:35:26.706" v="23" actId="478"/>
          <ac:spMkLst>
            <pc:docMk/>
            <pc:sldMk cId="937974853" sldId="315"/>
            <ac:spMk id="19" creationId="{B9F84B51-895C-46B9-3533-5382CA01D9D6}"/>
          </ac:spMkLst>
        </pc:spChg>
      </pc:sldChg>
      <pc:sldChg chg="modNotesTx">
        <pc:chgData name="Kaur, Pooja" userId="f1d49aa0-60fa-4df2-bcf0-4ffe2369a09d" providerId="ADAL" clId="{3F982A0F-D37D-41D3-8487-74AE7D94719C}" dt="2025-10-20T22:44:41.916" v="141" actId="20577"/>
        <pc:sldMkLst>
          <pc:docMk/>
          <pc:sldMk cId="345549423" sldId="320"/>
        </pc:sldMkLst>
      </pc:sldChg>
      <pc:sldChg chg="addSp delSp modSp mod">
        <pc:chgData name="Kaur, Pooja" userId="f1d49aa0-60fa-4df2-bcf0-4ffe2369a09d" providerId="ADAL" clId="{3F982A0F-D37D-41D3-8487-74AE7D94719C}" dt="2025-10-20T22:39:16.274" v="60" actId="20577"/>
        <pc:sldMkLst>
          <pc:docMk/>
          <pc:sldMk cId="3335250462" sldId="321"/>
        </pc:sldMkLst>
        <pc:spChg chg="add del mod">
          <ac:chgData name="Kaur, Pooja" userId="f1d49aa0-60fa-4df2-bcf0-4ffe2369a09d" providerId="ADAL" clId="{3F982A0F-D37D-41D3-8487-74AE7D94719C}" dt="2025-10-20T22:39:16.274" v="60" actId="20577"/>
          <ac:spMkLst>
            <pc:docMk/>
            <pc:sldMk cId="3335250462" sldId="321"/>
            <ac:spMk id="2" creationId="{8EFBFDBE-EB4D-87CC-DB10-6B3E049BE368}"/>
          </ac:spMkLst>
        </pc:spChg>
        <pc:spChg chg="mod">
          <ac:chgData name="Kaur, Pooja" userId="f1d49aa0-60fa-4df2-bcf0-4ffe2369a09d" providerId="ADAL" clId="{3F982A0F-D37D-41D3-8487-74AE7D94719C}" dt="2025-10-20T22:38:55.793" v="43" actId="6549"/>
          <ac:spMkLst>
            <pc:docMk/>
            <pc:sldMk cId="3335250462" sldId="321"/>
            <ac:spMk id="3" creationId="{BDC811DF-EE89-BAC7-853C-F553E8BA2931}"/>
          </ac:spMkLst>
        </pc:spChg>
        <pc:spChg chg="del">
          <ac:chgData name="Kaur, Pooja" userId="f1d49aa0-60fa-4df2-bcf0-4ffe2369a09d" providerId="ADAL" clId="{3F982A0F-D37D-41D3-8487-74AE7D94719C}" dt="2025-10-20T22:38:14.312" v="29" actId="478"/>
          <ac:spMkLst>
            <pc:docMk/>
            <pc:sldMk cId="3335250462" sldId="321"/>
            <ac:spMk id="10" creationId="{70A21AA7-BEFE-7A94-09C9-38CF7026E443}"/>
          </ac:spMkLst>
        </pc:spChg>
        <pc:spChg chg="del">
          <ac:chgData name="Kaur, Pooja" userId="f1d49aa0-60fa-4df2-bcf0-4ffe2369a09d" providerId="ADAL" clId="{3F982A0F-D37D-41D3-8487-74AE7D94719C}" dt="2025-10-20T22:38:21.497" v="31" actId="478"/>
          <ac:spMkLst>
            <pc:docMk/>
            <pc:sldMk cId="3335250462" sldId="321"/>
            <ac:spMk id="11" creationId="{BA8E5B02-000A-6801-CE7F-0BB72DE87F6F}"/>
          </ac:spMkLst>
        </pc:spChg>
        <pc:spChg chg="del">
          <ac:chgData name="Kaur, Pooja" userId="f1d49aa0-60fa-4df2-bcf0-4ffe2369a09d" providerId="ADAL" clId="{3F982A0F-D37D-41D3-8487-74AE7D94719C}" dt="2025-10-20T22:38:18.768" v="30" actId="478"/>
          <ac:spMkLst>
            <pc:docMk/>
            <pc:sldMk cId="3335250462" sldId="321"/>
            <ac:spMk id="12" creationId="{38304817-911B-EAFD-029B-1B31AA751C85}"/>
          </ac:spMkLst>
        </pc:spChg>
      </pc:sldChg>
      <pc:sldChg chg="new del">
        <pc:chgData name="Kaur, Pooja" userId="f1d49aa0-60fa-4df2-bcf0-4ffe2369a09d" providerId="ADAL" clId="{3F982A0F-D37D-41D3-8487-74AE7D94719C}" dt="2025-10-20T22:39:10.906" v="46" actId="680"/>
        <pc:sldMkLst>
          <pc:docMk/>
          <pc:sldMk cId="762641612" sldId="322"/>
        </pc:sldMkLst>
      </pc:sldChg>
      <pc:sldChg chg="modSp new mod">
        <pc:chgData name="Kaur, Pooja" userId="f1d49aa0-60fa-4df2-bcf0-4ffe2369a09d" providerId="ADAL" clId="{3F982A0F-D37D-41D3-8487-74AE7D94719C}" dt="2025-10-20T22:40:20.544" v="77" actId="207"/>
        <pc:sldMkLst>
          <pc:docMk/>
          <pc:sldMk cId="3632954934" sldId="322"/>
        </pc:sldMkLst>
        <pc:spChg chg="mod">
          <ac:chgData name="Kaur, Pooja" userId="f1d49aa0-60fa-4df2-bcf0-4ffe2369a09d" providerId="ADAL" clId="{3F982A0F-D37D-41D3-8487-74AE7D94719C}" dt="2025-10-20T22:40:13.350" v="76" actId="20577"/>
          <ac:spMkLst>
            <pc:docMk/>
            <pc:sldMk cId="3632954934" sldId="322"/>
            <ac:spMk id="2" creationId="{D9883D33-BB3C-F454-9DFC-732EDE054F4D}"/>
          </ac:spMkLst>
        </pc:spChg>
        <pc:spChg chg="mod">
          <ac:chgData name="Kaur, Pooja" userId="f1d49aa0-60fa-4df2-bcf0-4ffe2369a09d" providerId="ADAL" clId="{3F982A0F-D37D-41D3-8487-74AE7D94719C}" dt="2025-10-20T22:40:20.544" v="77" actId="207"/>
          <ac:spMkLst>
            <pc:docMk/>
            <pc:sldMk cId="3632954934" sldId="322"/>
            <ac:spMk id="3" creationId="{BB4581A6-6627-7D7D-31EE-9165EABA5E75}"/>
          </ac:spMkLst>
        </pc:spChg>
      </pc:sldChg>
      <pc:sldChg chg="addSp modSp new mod">
        <pc:chgData name="Kaur, Pooja" userId="f1d49aa0-60fa-4df2-bcf0-4ffe2369a09d" providerId="ADAL" clId="{3F982A0F-D37D-41D3-8487-74AE7D94719C}" dt="2025-10-20T22:44:14.308" v="140" actId="1076"/>
        <pc:sldMkLst>
          <pc:docMk/>
          <pc:sldMk cId="1377567426" sldId="323"/>
        </pc:sldMkLst>
        <pc:spChg chg="mod">
          <ac:chgData name="Kaur, Pooja" userId="f1d49aa0-60fa-4df2-bcf0-4ffe2369a09d" providerId="ADAL" clId="{3F982A0F-D37D-41D3-8487-74AE7D94719C}" dt="2025-10-20T22:41:05.399" v="82" actId="20577"/>
          <ac:spMkLst>
            <pc:docMk/>
            <pc:sldMk cId="1377567426" sldId="323"/>
            <ac:spMk id="2" creationId="{09F16352-7826-9294-525A-B303A481684F}"/>
          </ac:spMkLst>
        </pc:spChg>
        <pc:spChg chg="mod">
          <ac:chgData name="Kaur, Pooja" userId="f1d49aa0-60fa-4df2-bcf0-4ffe2369a09d" providerId="ADAL" clId="{3F982A0F-D37D-41D3-8487-74AE7D94719C}" dt="2025-10-20T22:41:36.390" v="97" actId="207"/>
          <ac:spMkLst>
            <pc:docMk/>
            <pc:sldMk cId="1377567426" sldId="323"/>
            <ac:spMk id="3" creationId="{865F330B-071D-D07F-6F8F-FBE0E488AF5B}"/>
          </ac:spMkLst>
        </pc:spChg>
        <pc:picChg chg="add mod">
          <ac:chgData name="Kaur, Pooja" userId="f1d49aa0-60fa-4df2-bcf0-4ffe2369a09d" providerId="ADAL" clId="{3F982A0F-D37D-41D3-8487-74AE7D94719C}" dt="2025-10-20T22:44:14.308" v="140" actId="1076"/>
          <ac:picMkLst>
            <pc:docMk/>
            <pc:sldMk cId="1377567426" sldId="323"/>
            <ac:picMk id="5" creationId="{8D3F6271-461D-5919-58E7-A18750D1C913}"/>
          </ac:picMkLst>
        </pc:picChg>
      </pc:sldChg>
      <pc:sldChg chg="addSp modSp new mod">
        <pc:chgData name="Kaur, Pooja" userId="f1d49aa0-60fa-4df2-bcf0-4ffe2369a09d" providerId="ADAL" clId="{3F982A0F-D37D-41D3-8487-74AE7D94719C}" dt="2025-10-20T22:43:45.635" v="136" actId="1076"/>
        <pc:sldMkLst>
          <pc:docMk/>
          <pc:sldMk cId="4152353436" sldId="324"/>
        </pc:sldMkLst>
        <pc:spChg chg="mod">
          <ac:chgData name="Kaur, Pooja" userId="f1d49aa0-60fa-4df2-bcf0-4ffe2369a09d" providerId="ADAL" clId="{3F982A0F-D37D-41D3-8487-74AE7D94719C}" dt="2025-10-20T22:41:49.109" v="104" actId="20577"/>
          <ac:spMkLst>
            <pc:docMk/>
            <pc:sldMk cId="4152353436" sldId="324"/>
            <ac:spMk id="2" creationId="{525DA933-3CB3-5CA5-E4AB-7C317A2CCED3}"/>
          </ac:spMkLst>
        </pc:spChg>
        <pc:spChg chg="mod">
          <ac:chgData name="Kaur, Pooja" userId="f1d49aa0-60fa-4df2-bcf0-4ffe2369a09d" providerId="ADAL" clId="{3F982A0F-D37D-41D3-8487-74AE7D94719C}" dt="2025-10-20T22:42:56.614" v="127" actId="207"/>
          <ac:spMkLst>
            <pc:docMk/>
            <pc:sldMk cId="4152353436" sldId="324"/>
            <ac:spMk id="3" creationId="{4102E5CA-9A74-A92B-9E88-9D451F205FE3}"/>
          </ac:spMkLst>
        </pc:spChg>
        <pc:picChg chg="add mod">
          <ac:chgData name="Kaur, Pooja" userId="f1d49aa0-60fa-4df2-bcf0-4ffe2369a09d" providerId="ADAL" clId="{3F982A0F-D37D-41D3-8487-74AE7D94719C}" dt="2025-10-20T22:43:45.635" v="136" actId="1076"/>
          <ac:picMkLst>
            <pc:docMk/>
            <pc:sldMk cId="4152353436" sldId="324"/>
            <ac:picMk id="5" creationId="{2343B89F-C8BF-B085-B40B-1A763C447E2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14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911" y="0"/>
            <a:ext cx="2946144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164"/>
            <a:ext cx="2946145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911" y="9428164"/>
            <a:ext cx="2946144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DFF9B02-B511-41B7-B86E-BB5F034020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052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14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911" y="0"/>
            <a:ext cx="2946144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164"/>
            <a:ext cx="2946145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911" y="9428164"/>
            <a:ext cx="2946144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C91629A-89CF-4C2C-9865-CC6C32D549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8705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C91629A-89CF-4C2C-9865-CC6C32D5498C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266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C91629A-89CF-4C2C-9865-CC6C32D5498C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6231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27381" y="2512922"/>
            <a:ext cx="10363200" cy="1470025"/>
          </a:xfrm>
        </p:spPr>
        <p:txBody>
          <a:bodyPr/>
          <a:lstStyle>
            <a:lvl1pPr algn="l">
              <a:defRPr b="1" baseline="0">
                <a:solidFill>
                  <a:srgbClr val="FFC000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27381" y="4268688"/>
            <a:ext cx="8534400" cy="1752600"/>
          </a:xfrm>
        </p:spPr>
        <p:txBody>
          <a:bodyPr/>
          <a:lstStyle>
            <a:lvl1pPr marL="0" indent="0" algn="l">
              <a:buFontTx/>
              <a:buNone/>
              <a:defRPr baseline="0">
                <a:solidFill>
                  <a:srgbClr val="FFC000"/>
                </a:solidFill>
                <a:latin typeface="Rockwell" pitchFamily="18" charset="0"/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1582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690" y="188639"/>
            <a:ext cx="7063769" cy="576064"/>
          </a:xfrm>
        </p:spPr>
        <p:txBody>
          <a:bodyPr/>
          <a:lstStyle>
            <a:lvl1pPr>
              <a:defRPr sz="2800" baseline="0"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350" y="1052737"/>
            <a:ext cx="11713301" cy="56166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1542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8" indent="0">
              <a:buNone/>
              <a:defRPr sz="1800"/>
            </a:lvl2pPr>
            <a:lvl3pPr marL="914355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4" indent="0">
              <a:buNone/>
              <a:defRPr sz="1400"/>
            </a:lvl7pPr>
            <a:lvl8pPr marL="3200240" indent="0">
              <a:buNone/>
              <a:defRPr sz="1400"/>
            </a:lvl8pPr>
            <a:lvl9pPr marL="3657418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8730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817" y="1940981"/>
            <a:ext cx="11233151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1800" y="2852248"/>
            <a:ext cx="5513917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8934" y="2852248"/>
            <a:ext cx="551603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127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13913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774390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3414149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8" y="2774390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8" y="3414149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584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748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530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7" y="1594874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59488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7" y="275693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5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4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096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604803"/>
            <a:ext cx="7315200" cy="3122777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5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4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6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5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4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653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38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58267" y="990603"/>
            <a:ext cx="2806700" cy="5462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1800" y="990603"/>
            <a:ext cx="8223251" cy="5462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258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60126"/>
            <a:ext cx="10515600" cy="637198"/>
          </a:xfrm>
        </p:spPr>
        <p:txBody>
          <a:bodyPr anchor="b">
            <a:noAutofit/>
          </a:bodyPr>
          <a:lstStyle>
            <a:lvl1pPr>
              <a:defRPr sz="2700" b="1" i="0" cap="none" normalizeH="0" baseline="0">
                <a:solidFill>
                  <a:srgbClr val="000000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4163"/>
            <a:ext cx="10515600" cy="4532801"/>
          </a:xfrm>
        </p:spPr>
        <p:txBody>
          <a:bodyPr/>
          <a:lstStyle>
            <a:lvl1pPr>
              <a:spcBef>
                <a:spcPts val="750"/>
              </a:spcBef>
              <a:buClr>
                <a:srgbClr val="3359EC"/>
              </a:buClr>
              <a:defRPr b="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spcBef>
                <a:spcPts val="750"/>
              </a:spcBef>
              <a:buClr>
                <a:srgbClr val="3359EC"/>
              </a:buClr>
              <a:defRPr b="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spcBef>
                <a:spcPts val="750"/>
              </a:spcBef>
              <a:buClr>
                <a:srgbClr val="3359EC"/>
              </a:buClr>
              <a:defRPr b="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spcBef>
                <a:spcPts val="750"/>
              </a:spcBef>
              <a:buClr>
                <a:srgbClr val="3359EC"/>
              </a:buClr>
              <a:defRPr b="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spcBef>
                <a:spcPts val="750"/>
              </a:spcBef>
              <a:buClr>
                <a:srgbClr val="3359EC"/>
              </a:buClr>
              <a:defRPr b="0" i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42594" y="6356351"/>
            <a:ext cx="47068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levelaccess.com   </a:t>
            </a:r>
            <a:r>
              <a:rPr lang="en-US" b="1"/>
              <a:t> </a:t>
            </a:r>
            <a:r>
              <a:rPr lang="en-US" b="1">
                <a:solidFill>
                  <a:srgbClr val="5CD344"/>
                </a:solidFill>
              </a:rPr>
              <a:t>|</a:t>
            </a:r>
            <a:r>
              <a:rPr lang="en-US" b="1">
                <a:solidFill>
                  <a:srgbClr val="00D81A"/>
                </a:solidFill>
              </a:rPr>
              <a:t> </a:t>
            </a:r>
            <a:r>
              <a:rPr lang="en-US" b="1"/>
              <a:t>   </a:t>
            </a:r>
            <a:r>
              <a:rPr lang="en-US"/>
              <a:t>(</a:t>
            </a:r>
            <a:r>
              <a:rPr lang="de-DE"/>
              <a:t>800) 899-9659    </a:t>
            </a:r>
            <a:r>
              <a:rPr lang="en-US" b="1">
                <a:solidFill>
                  <a:srgbClr val="5CD344"/>
                </a:solidFill>
              </a:rPr>
              <a:t>|</a:t>
            </a:r>
            <a:r>
              <a:rPr lang="en-US"/>
              <a:t>    info@levelaccess.com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0EA8A-DA75-3443-B9EE-A63E33F4F2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ubtitle 2"/>
          <p:cNvSpPr>
            <a:spLocks noGrp="1"/>
          </p:cNvSpPr>
          <p:nvPr>
            <p:ph type="subTitle" idx="10"/>
          </p:nvPr>
        </p:nvSpPr>
        <p:spPr>
          <a:xfrm>
            <a:off x="838200" y="1107373"/>
            <a:ext cx="10515600" cy="369276"/>
          </a:xfrm>
        </p:spPr>
        <p:txBody>
          <a:bodyPr anchor="ctr"/>
          <a:lstStyle>
            <a:lvl1pPr marL="0" indent="0" algn="l">
              <a:buNone/>
              <a:defRPr sz="1800" b="0" i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 descr="Level Access Logo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05537" y="6302169"/>
            <a:ext cx="1048265" cy="419306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718038" y="1474177"/>
            <a:ext cx="10755927" cy="45719"/>
          </a:xfrm>
          <a:prstGeom prst="rect">
            <a:avLst/>
          </a:prstGeom>
          <a:solidFill>
            <a:srgbClr val="5DD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371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5906"/>
              <a:t>Title Text</a:t>
            </a:r>
          </a:p>
        </p:txBody>
      </p:sp>
      <p:sp>
        <p:nvSpPr>
          <p:cNvPr id="14" name="Shape 1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953"/>
              <a:t>Body Level One</a:t>
            </a:r>
          </a:p>
          <a:p>
            <a:pPr lvl="1">
              <a:defRPr sz="1800"/>
            </a:pPr>
            <a:r>
              <a:rPr sz="2953"/>
              <a:t>Body Level Two</a:t>
            </a:r>
          </a:p>
          <a:p>
            <a:pPr lvl="2">
              <a:defRPr sz="1800"/>
            </a:pPr>
            <a:r>
              <a:rPr sz="2953"/>
              <a:t>Body Level Three</a:t>
            </a:r>
          </a:p>
          <a:p>
            <a:pPr lvl="3">
              <a:defRPr sz="1800"/>
            </a:pPr>
            <a:r>
              <a:rPr sz="2953"/>
              <a:t>Body Level Four</a:t>
            </a:r>
          </a:p>
          <a:p>
            <a:pPr lvl="4">
              <a:defRPr sz="1800"/>
            </a:pPr>
            <a:r>
              <a:rPr sz="2953"/>
              <a:t>Body Level Five</a:t>
            </a:r>
          </a:p>
        </p:txBody>
      </p:sp>
      <p:sp>
        <p:nvSpPr>
          <p:cNvPr id="15" name="Shape 1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720595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17" y="980728"/>
            <a:ext cx="9984664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17" y="1628801"/>
            <a:ext cx="11233151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  <p:sldLayoutId id="2147483984" r:id="rId12"/>
    <p:sldLayoutId id="2147483985" r:id="rId1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5pPr>
      <a:lvl6pPr marL="457178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6pPr>
      <a:lvl7pPr marL="914355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7pPr>
      <a:lvl8pPr marL="1371532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ockwell" pitchFamily="18" charset="0"/>
        </a:defRPr>
      </a:lvl9pPr>
    </p:titleStyle>
    <p:bodyStyle>
      <a:lvl1pPr marL="342884" indent="-342884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913" indent="-285736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alibri" panose="020F0502020204030204" pitchFamily="34" charset="0"/>
        </a:defRPr>
      </a:lvl2pPr>
      <a:lvl3pPr marL="1142944" indent="-228588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anose="020F0502020204030204" pitchFamily="34" charset="0"/>
        </a:defRPr>
      </a:lvl3pPr>
      <a:lvl4pPr marL="1600120" indent="-228588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anose="020F0502020204030204" pitchFamily="34" charset="0"/>
        </a:defRPr>
      </a:lvl4pPr>
      <a:lvl5pPr marL="2057297" indent="-228588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anose="020F0502020204030204" pitchFamily="34" charset="0"/>
        </a:defRPr>
      </a:lvl5pPr>
      <a:lvl6pPr marL="2514474" indent="-228588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652" indent="-228588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8829" indent="-228588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006" indent="-228588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kumimoji="1" lang="en-GB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6CS005 High Performance Computing</a:t>
            </a:r>
            <a:endParaRPr lang="en-GB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sz="3200" dirty="0">
                <a:solidFill>
                  <a:srgbClr val="FACB18"/>
                </a:solidFill>
                <a:latin typeface="+mj-lt"/>
                <a:ea typeface="+mj-ea"/>
                <a:cs typeface="+mj-cs"/>
              </a:rPr>
              <a:t>Week </a:t>
            </a:r>
            <a:r>
              <a:rPr lang="en-GB">
                <a:solidFill>
                  <a:srgbClr val="FACB18"/>
                </a:solidFill>
                <a:latin typeface="+mj-lt"/>
                <a:ea typeface="+mj-ea"/>
                <a:cs typeface="+mj-cs"/>
              </a:rPr>
              <a:t>5</a:t>
            </a:r>
            <a:r>
              <a:rPr lang="en-GB" sz="3200">
                <a:solidFill>
                  <a:srgbClr val="FACB18"/>
                </a:solidFill>
                <a:latin typeface="+mj-lt"/>
                <a:ea typeface="+mj-ea"/>
                <a:cs typeface="+mj-cs"/>
              </a:rPr>
              <a:t>  Hybrid</a:t>
            </a:r>
            <a:endParaRPr lang="en-GB" sz="3200" dirty="0">
              <a:solidFill>
                <a:srgbClr val="FACB18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82989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pc="-10" dirty="0"/>
              <a:t>Parallel Programming</a:t>
            </a:r>
            <a:r>
              <a:rPr lang="en-GB" spc="75" dirty="0"/>
              <a:t> </a:t>
            </a:r>
            <a:r>
              <a:rPr lang="en-GB" spc="-10" dirty="0"/>
              <a:t>Models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56870" indent="-344170">
              <a:buClr>
                <a:srgbClr val="1F487C"/>
              </a:buClr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lang="en-GB" b="1" dirty="0">
                <a:latin typeface="Calibri"/>
                <a:cs typeface="Calibri"/>
              </a:rPr>
              <a:t>Shared Memory</a:t>
            </a:r>
            <a:r>
              <a:rPr lang="en-GB" b="1" spc="-135" dirty="0">
                <a:latin typeface="Calibri"/>
                <a:cs typeface="Calibri"/>
              </a:rPr>
              <a:t> </a:t>
            </a:r>
            <a:r>
              <a:rPr lang="en-GB" b="1" dirty="0">
                <a:latin typeface="Calibri"/>
                <a:cs typeface="Calibri"/>
              </a:rPr>
              <a:t>Programming</a:t>
            </a:r>
          </a:p>
          <a:p>
            <a:pPr marL="540000" lvl="1" indent="-286385">
              <a:spcBef>
                <a:spcPts val="0"/>
              </a:spcBef>
              <a:buClr>
                <a:srgbClr val="1F487C"/>
              </a:buClr>
              <a:tabLst>
                <a:tab pos="756285" algn="l"/>
                <a:tab pos="756920" algn="l"/>
              </a:tabLst>
            </a:pPr>
            <a:r>
              <a:rPr lang="en-GB" sz="1800" spc="-10" dirty="0">
                <a:latin typeface="Calibri"/>
                <a:cs typeface="Calibri"/>
              </a:rPr>
              <a:t>Processes </a:t>
            </a:r>
            <a:r>
              <a:rPr lang="en-GB" sz="1800" spc="-5" dirty="0">
                <a:latin typeface="Calibri"/>
                <a:cs typeface="Calibri"/>
              </a:rPr>
              <a:t>share </a:t>
            </a:r>
            <a:r>
              <a:rPr lang="en-GB" sz="1800" spc="-10" dirty="0">
                <a:latin typeface="Calibri"/>
                <a:cs typeface="Calibri"/>
              </a:rPr>
              <a:t>memory </a:t>
            </a:r>
            <a:r>
              <a:rPr lang="en-GB" sz="1800" spc="-5" dirty="0">
                <a:latin typeface="Calibri"/>
                <a:cs typeface="Calibri"/>
              </a:rPr>
              <a:t>address space (threads</a:t>
            </a:r>
            <a:r>
              <a:rPr lang="en-GB" sz="1800" spc="210" dirty="0">
                <a:latin typeface="Calibri"/>
                <a:cs typeface="Calibri"/>
              </a:rPr>
              <a:t> </a:t>
            </a:r>
            <a:r>
              <a:rPr lang="en-GB" sz="1800" spc="-10" dirty="0">
                <a:latin typeface="Calibri"/>
                <a:cs typeface="Calibri"/>
              </a:rPr>
              <a:t>model)</a:t>
            </a:r>
            <a:endParaRPr lang="en-GB" sz="1800" dirty="0">
              <a:latin typeface="Calibri"/>
              <a:cs typeface="Calibri"/>
            </a:endParaRPr>
          </a:p>
          <a:p>
            <a:pPr marL="540000" lvl="1" indent="-286385">
              <a:spcBef>
                <a:spcPts val="0"/>
              </a:spcBef>
              <a:buClr>
                <a:srgbClr val="1F487C"/>
              </a:buClr>
              <a:tabLst>
                <a:tab pos="756285" algn="l"/>
                <a:tab pos="756920" algn="l"/>
              </a:tabLst>
            </a:pPr>
            <a:r>
              <a:rPr lang="en-GB" sz="1800" spc="-5" dirty="0">
                <a:latin typeface="Calibri"/>
                <a:cs typeface="Calibri"/>
              </a:rPr>
              <a:t>Application ensures no </a:t>
            </a:r>
            <a:r>
              <a:rPr lang="en-GB" sz="1800" dirty="0">
                <a:latin typeface="Calibri"/>
                <a:cs typeface="Calibri"/>
              </a:rPr>
              <a:t>data </a:t>
            </a:r>
            <a:r>
              <a:rPr lang="en-GB" sz="1800" spc="-5" dirty="0">
                <a:latin typeface="Calibri"/>
                <a:cs typeface="Calibri"/>
              </a:rPr>
              <a:t>corruption</a:t>
            </a:r>
            <a:r>
              <a:rPr lang="en-GB" sz="1800" spc="35" dirty="0">
                <a:latin typeface="Calibri"/>
                <a:cs typeface="Calibri"/>
              </a:rPr>
              <a:t> </a:t>
            </a:r>
            <a:r>
              <a:rPr lang="en-GB" sz="1800" spc="-5" dirty="0">
                <a:latin typeface="Calibri"/>
                <a:cs typeface="Calibri"/>
              </a:rPr>
              <a:t>(Lock/Unlock/</a:t>
            </a:r>
            <a:r>
              <a:rPr lang="en-GB" sz="1800" spc="-5" dirty="0" err="1">
                <a:latin typeface="Calibri"/>
                <a:cs typeface="Calibri"/>
              </a:rPr>
              <a:t>Mutexes</a:t>
            </a:r>
            <a:r>
              <a:rPr lang="en-GB" sz="1800" spc="-5" dirty="0">
                <a:latin typeface="Calibri"/>
                <a:cs typeface="Calibri"/>
              </a:rPr>
              <a:t>)</a:t>
            </a:r>
          </a:p>
          <a:p>
            <a:pPr marL="540000" lvl="1" indent="-286385">
              <a:spcBef>
                <a:spcPts val="0"/>
              </a:spcBef>
              <a:buClr>
                <a:srgbClr val="1F487C"/>
              </a:buClr>
              <a:tabLst>
                <a:tab pos="756285" algn="l"/>
                <a:tab pos="756920" algn="l"/>
              </a:tabLst>
            </a:pPr>
            <a:r>
              <a:rPr lang="en-GB" sz="1800" b="1" spc="-5" dirty="0">
                <a:latin typeface="Calibri"/>
                <a:cs typeface="Calibri"/>
              </a:rPr>
              <a:t>POSIX Threads, OpenMP</a:t>
            </a:r>
            <a:endParaRPr lang="en-GB" sz="1800" b="1" dirty="0">
              <a:latin typeface="Calibri"/>
              <a:cs typeface="Calibri"/>
            </a:endParaRPr>
          </a:p>
          <a:p>
            <a:pPr marL="356870" indent="-344170">
              <a:spcBef>
                <a:spcPts val="1090"/>
              </a:spcBef>
              <a:buClr>
                <a:srgbClr val="1F487C"/>
              </a:buClr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lang="en-GB" b="1" dirty="0">
                <a:latin typeface="Calibri"/>
                <a:cs typeface="Calibri"/>
              </a:rPr>
              <a:t>Directive-based</a:t>
            </a:r>
            <a:r>
              <a:rPr lang="en-GB" b="1" spc="-120" dirty="0">
                <a:latin typeface="Calibri"/>
                <a:cs typeface="Calibri"/>
              </a:rPr>
              <a:t> </a:t>
            </a:r>
            <a:r>
              <a:rPr lang="en-GB" b="1" dirty="0">
                <a:latin typeface="Calibri"/>
                <a:cs typeface="Calibri"/>
              </a:rPr>
              <a:t>Parallelization</a:t>
            </a:r>
          </a:p>
          <a:p>
            <a:pPr marL="540000" lvl="1" indent="-286385">
              <a:spcBef>
                <a:spcPts val="0"/>
              </a:spcBef>
              <a:buClr>
                <a:srgbClr val="1F487C"/>
              </a:buClr>
              <a:tabLst>
                <a:tab pos="756285" algn="l"/>
                <a:tab pos="756920" algn="l"/>
              </a:tabLst>
            </a:pPr>
            <a:r>
              <a:rPr lang="en-GB" sz="1800" spc="-10" dirty="0">
                <a:latin typeface="Calibri"/>
                <a:cs typeface="Calibri"/>
              </a:rPr>
              <a:t>Compiler needs </a:t>
            </a:r>
            <a:r>
              <a:rPr lang="en-GB" sz="1800" spc="-5" dirty="0">
                <a:latin typeface="Calibri"/>
                <a:cs typeface="Calibri"/>
              </a:rPr>
              <a:t>help</a:t>
            </a:r>
          </a:p>
          <a:p>
            <a:pPr marL="540000" lvl="1" indent="-286385">
              <a:spcBef>
                <a:spcPts val="0"/>
              </a:spcBef>
              <a:buClr>
                <a:srgbClr val="1F487C"/>
              </a:buClr>
              <a:tabLst>
                <a:tab pos="756285" algn="l"/>
                <a:tab pos="756920" algn="l"/>
              </a:tabLst>
            </a:pPr>
            <a:r>
              <a:rPr lang="en-GB" sz="1800" b="1" dirty="0" err="1">
                <a:latin typeface="Calibri"/>
                <a:cs typeface="Calibri"/>
              </a:rPr>
              <a:t>OpenACC</a:t>
            </a:r>
            <a:r>
              <a:rPr lang="en-GB" sz="1800" b="1" dirty="0">
                <a:latin typeface="Calibri"/>
                <a:cs typeface="Calibri"/>
              </a:rPr>
              <a:t>, CUDA</a:t>
            </a:r>
          </a:p>
          <a:p>
            <a:pPr marL="356870" indent="-344170">
              <a:spcBef>
                <a:spcPts val="1090"/>
              </a:spcBef>
              <a:buClr>
                <a:srgbClr val="1F487C"/>
              </a:buClr>
              <a:buFont typeface="Wingdings"/>
              <a:buChar char=""/>
              <a:tabLst>
                <a:tab pos="356870" algn="l"/>
                <a:tab pos="357505" algn="l"/>
              </a:tabLst>
            </a:pPr>
            <a:r>
              <a:rPr lang="en-GB" b="1" dirty="0">
                <a:latin typeface="Calibri"/>
                <a:cs typeface="Calibri"/>
              </a:rPr>
              <a:t>Message</a:t>
            </a:r>
            <a:r>
              <a:rPr lang="en-GB" b="1" spc="-110" dirty="0">
                <a:latin typeface="Calibri"/>
                <a:cs typeface="Calibri"/>
              </a:rPr>
              <a:t> </a:t>
            </a:r>
            <a:r>
              <a:rPr lang="en-GB" b="1" spc="-5" dirty="0">
                <a:latin typeface="Calibri"/>
                <a:cs typeface="Calibri"/>
              </a:rPr>
              <a:t>Passing</a:t>
            </a:r>
            <a:endParaRPr lang="en-GB" b="1" dirty="0">
              <a:latin typeface="Calibri"/>
              <a:cs typeface="Calibri"/>
            </a:endParaRPr>
          </a:p>
          <a:p>
            <a:pPr marL="540000" lvl="1" indent="-286385">
              <a:spcBef>
                <a:spcPts val="0"/>
              </a:spcBef>
              <a:buClr>
                <a:srgbClr val="1F487C"/>
              </a:buClr>
              <a:tabLst>
                <a:tab pos="756285" algn="l"/>
                <a:tab pos="756920" algn="l"/>
              </a:tabLst>
            </a:pPr>
            <a:r>
              <a:rPr lang="en-GB" sz="1800" spc="-5" dirty="0">
                <a:latin typeface="Calibri"/>
                <a:cs typeface="Calibri"/>
              </a:rPr>
              <a:t>Explicit communication </a:t>
            </a:r>
            <a:r>
              <a:rPr lang="en-GB" sz="1800" spc="-10" dirty="0">
                <a:latin typeface="Calibri"/>
                <a:cs typeface="Calibri"/>
              </a:rPr>
              <a:t>between processes</a:t>
            </a:r>
          </a:p>
          <a:p>
            <a:pPr marL="540000" lvl="1" indent="-286385">
              <a:spcBef>
                <a:spcPts val="0"/>
              </a:spcBef>
              <a:buClr>
                <a:srgbClr val="1F487C"/>
              </a:buClr>
              <a:tabLst>
                <a:tab pos="756285" algn="l"/>
                <a:tab pos="756920" algn="l"/>
              </a:tabLst>
            </a:pPr>
            <a:r>
              <a:rPr lang="en-GB" sz="1800" b="1" spc="-10" dirty="0">
                <a:latin typeface="Calibri"/>
                <a:cs typeface="Calibri"/>
              </a:rPr>
              <a:t>MPI, PVM, Actor</a:t>
            </a:r>
            <a:endParaRPr lang="en-GB" sz="1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50936-ADAA-A373-446D-DFEBD7055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605FC-23E5-DEEE-2F23-21A70CAFE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350" y="1196753"/>
            <a:ext cx="11833313" cy="5472610"/>
          </a:xfrm>
        </p:spPr>
        <p:txBody>
          <a:bodyPr/>
          <a:lstStyle/>
          <a:p>
            <a:r>
              <a:rPr lang="en-GB" dirty="0"/>
              <a:t>The </a:t>
            </a:r>
            <a:r>
              <a:rPr lang="en-GB" b="1" dirty="0"/>
              <a:t>Message Passing Interface (MPI)</a:t>
            </a:r>
            <a:r>
              <a:rPr lang="en-GB" dirty="0"/>
              <a:t> is designed to enable parallel programming through process communication on distributed-memory machines such as networked clusters.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59D10D-6AC7-42C8-9C53-37FEEA5AA97F}"/>
              </a:ext>
            </a:extLst>
          </p:cNvPr>
          <p:cNvGrpSpPr/>
          <p:nvPr/>
        </p:nvGrpSpPr>
        <p:grpSpPr>
          <a:xfrm>
            <a:off x="1919535" y="3418609"/>
            <a:ext cx="8455923" cy="2242638"/>
            <a:chOff x="5605232" y="2786971"/>
            <a:chExt cx="2659702" cy="92601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62865F6-FE5C-AAB9-E7DD-BE6F1F9353D0}"/>
                </a:ext>
              </a:extLst>
            </p:cNvPr>
            <p:cNvSpPr txBox="1"/>
            <p:nvPr/>
          </p:nvSpPr>
          <p:spPr>
            <a:xfrm>
              <a:off x="5736769" y="2789131"/>
              <a:ext cx="466794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C00000"/>
                  </a:solidFill>
                </a:rPr>
                <a:t>P1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F665B3D-1334-6D42-1938-AF002E41C420}"/>
                </a:ext>
              </a:extLst>
            </p:cNvPr>
            <p:cNvSpPr txBox="1"/>
            <p:nvPr/>
          </p:nvSpPr>
          <p:spPr>
            <a:xfrm>
              <a:off x="6291805" y="2786971"/>
              <a:ext cx="466794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C00000"/>
                  </a:solidFill>
                </a:rPr>
                <a:t>P1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8A4FCF9-15D6-1407-C20A-4976E1193329}"/>
                </a:ext>
              </a:extLst>
            </p:cNvPr>
            <p:cNvSpPr txBox="1"/>
            <p:nvPr/>
          </p:nvSpPr>
          <p:spPr>
            <a:xfrm>
              <a:off x="6935083" y="2786971"/>
              <a:ext cx="466794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C00000"/>
                  </a:solidFill>
                </a:rPr>
                <a:t>P1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E81315A-0CF7-067B-0C33-6679EC6DDBC3}"/>
                </a:ext>
              </a:extLst>
            </p:cNvPr>
            <p:cNvSpPr txBox="1"/>
            <p:nvPr/>
          </p:nvSpPr>
          <p:spPr>
            <a:xfrm>
              <a:off x="7548197" y="2788404"/>
              <a:ext cx="466794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C00000"/>
                  </a:solidFill>
                </a:rPr>
                <a:t>P1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FFAB52C-CD10-D6D2-197B-BA11F90456E4}"/>
                </a:ext>
              </a:extLst>
            </p:cNvPr>
            <p:cNvSpPr txBox="1"/>
            <p:nvPr/>
          </p:nvSpPr>
          <p:spPr>
            <a:xfrm>
              <a:off x="5605232" y="3343653"/>
              <a:ext cx="2659702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70C0"/>
                  </a:solidFill>
                </a:rPr>
                <a:t>Communication channel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1AB805D-DF34-E901-C0EA-6DFCD0B21070}"/>
                </a:ext>
              </a:extLst>
            </p:cNvPr>
            <p:cNvCxnSpPr>
              <a:stCxn id="5" idx="2"/>
            </p:cNvCxnSpPr>
            <p:nvPr/>
          </p:nvCxnSpPr>
          <p:spPr>
            <a:xfrm>
              <a:off x="5970166" y="3158463"/>
              <a:ext cx="0" cy="1851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158D190-4F39-2674-F476-43C3224A2351}"/>
                </a:ext>
              </a:extLst>
            </p:cNvPr>
            <p:cNvCxnSpPr/>
            <p:nvPr/>
          </p:nvCxnSpPr>
          <p:spPr>
            <a:xfrm>
              <a:off x="7168480" y="3156303"/>
              <a:ext cx="0" cy="1851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0B1797F-AC56-1AFB-4DB6-C6BE72C99BD7}"/>
                </a:ext>
              </a:extLst>
            </p:cNvPr>
            <p:cNvCxnSpPr/>
            <p:nvPr/>
          </p:nvCxnSpPr>
          <p:spPr>
            <a:xfrm>
              <a:off x="6525202" y="3156303"/>
              <a:ext cx="0" cy="1851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59FF7F4-2BA4-7C0E-C638-B9F03D3DB3B9}"/>
                </a:ext>
              </a:extLst>
            </p:cNvPr>
            <p:cNvCxnSpPr/>
            <p:nvPr/>
          </p:nvCxnSpPr>
          <p:spPr>
            <a:xfrm>
              <a:off x="7799195" y="3156303"/>
              <a:ext cx="0" cy="1851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5815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pc="-5" dirty="0"/>
              <a:t>The Message-Passing</a:t>
            </a:r>
            <a:r>
              <a:rPr lang="en-GB" spc="-50" dirty="0"/>
              <a:t> </a:t>
            </a:r>
            <a:r>
              <a:rPr lang="en-GB" spc="-10" dirty="0"/>
              <a:t>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Based on the notion of multiple processes</a:t>
            </a:r>
          </a:p>
          <a:p>
            <a:pPr lvl="1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a process is an instance of a running program, together with the program’s data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Parallelism is achieved by 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having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many processes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co-operate on the same task</a:t>
            </a: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process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has access only to 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its own data</a:t>
            </a:r>
          </a:p>
          <a:p>
            <a:pPr lvl="1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all variables are 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private/local</a:t>
            </a: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Processes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communicate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by 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sending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receiving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messages</a:t>
            </a:r>
          </a:p>
          <a:p>
            <a:pPr lvl="1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using library calls from a conventional sequential language for synchronization</a:t>
            </a:r>
          </a:p>
          <a:p>
            <a:pPr lvl="1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sending data from one process's memory space to another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DA9378C-B3CD-C168-740D-3A02F5764C92}"/>
              </a:ext>
            </a:extLst>
          </p:cNvPr>
          <p:cNvGrpSpPr/>
          <p:nvPr/>
        </p:nvGrpSpPr>
        <p:grpSpPr>
          <a:xfrm>
            <a:off x="9048328" y="3151058"/>
            <a:ext cx="3024336" cy="1214046"/>
            <a:chOff x="5605232" y="2786971"/>
            <a:chExt cx="2659702" cy="92601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1BC33B-C953-951E-F12B-DC40AA59643E}"/>
                </a:ext>
              </a:extLst>
            </p:cNvPr>
            <p:cNvSpPr txBox="1"/>
            <p:nvPr/>
          </p:nvSpPr>
          <p:spPr>
            <a:xfrm>
              <a:off x="5736769" y="2789131"/>
              <a:ext cx="466794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C00000"/>
                  </a:solidFill>
                </a:rPr>
                <a:t>P1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FDE52AA-D2DB-EF91-7157-8045AA0750E9}"/>
                </a:ext>
              </a:extLst>
            </p:cNvPr>
            <p:cNvSpPr txBox="1"/>
            <p:nvPr/>
          </p:nvSpPr>
          <p:spPr>
            <a:xfrm>
              <a:off x="6291805" y="2786971"/>
              <a:ext cx="466794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C00000"/>
                  </a:solidFill>
                </a:rPr>
                <a:t>P1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7C38F59-8FA1-D113-1B29-E9B3034B58D0}"/>
                </a:ext>
              </a:extLst>
            </p:cNvPr>
            <p:cNvSpPr txBox="1"/>
            <p:nvPr/>
          </p:nvSpPr>
          <p:spPr>
            <a:xfrm>
              <a:off x="6935083" y="2786971"/>
              <a:ext cx="466794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C00000"/>
                  </a:solidFill>
                </a:rPr>
                <a:t>P1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660F5F5-EBFC-8DA4-DCB7-B821DB18AFD7}"/>
                </a:ext>
              </a:extLst>
            </p:cNvPr>
            <p:cNvSpPr txBox="1"/>
            <p:nvPr/>
          </p:nvSpPr>
          <p:spPr>
            <a:xfrm>
              <a:off x="7548197" y="2788404"/>
              <a:ext cx="466794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C00000"/>
                  </a:solidFill>
                </a:rPr>
                <a:t>P1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3F656B0-5623-BBFE-877F-E10F8E426193}"/>
                </a:ext>
              </a:extLst>
            </p:cNvPr>
            <p:cNvSpPr txBox="1"/>
            <p:nvPr/>
          </p:nvSpPr>
          <p:spPr>
            <a:xfrm>
              <a:off x="5605232" y="3343653"/>
              <a:ext cx="2659702" cy="3693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70C0"/>
                  </a:solidFill>
                </a:rPr>
                <a:t>Communication channel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99DEBC6-0000-1340-03F3-920CCE53E669}"/>
                </a:ext>
              </a:extLst>
            </p:cNvPr>
            <p:cNvCxnSpPr>
              <a:stCxn id="7" idx="2"/>
            </p:cNvCxnSpPr>
            <p:nvPr/>
          </p:nvCxnSpPr>
          <p:spPr>
            <a:xfrm>
              <a:off x="5970166" y="3158463"/>
              <a:ext cx="0" cy="1851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41C5E0D-D082-3E18-C569-56FEF27EEBE2}"/>
                </a:ext>
              </a:extLst>
            </p:cNvPr>
            <p:cNvCxnSpPr/>
            <p:nvPr/>
          </p:nvCxnSpPr>
          <p:spPr>
            <a:xfrm>
              <a:off x="7168480" y="3156303"/>
              <a:ext cx="0" cy="1851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A09A6F0-8B87-9359-C853-1CD9947C2633}"/>
                </a:ext>
              </a:extLst>
            </p:cNvPr>
            <p:cNvCxnSpPr/>
            <p:nvPr/>
          </p:nvCxnSpPr>
          <p:spPr>
            <a:xfrm>
              <a:off x="6525202" y="3156303"/>
              <a:ext cx="0" cy="1851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9C68297-55CB-76DA-8B49-4376DE5D0638}"/>
                </a:ext>
              </a:extLst>
            </p:cNvPr>
            <p:cNvCxnSpPr/>
            <p:nvPr/>
          </p:nvCxnSpPr>
          <p:spPr>
            <a:xfrm>
              <a:off x="7799195" y="3156303"/>
              <a:ext cx="0" cy="1851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BDBD9-364D-A57F-940B-13F8B3644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46" y="1426421"/>
            <a:ext cx="5568617" cy="5616625"/>
          </a:xfrm>
        </p:spPr>
        <p:txBody>
          <a:bodyPr/>
          <a:lstStyle/>
          <a:p>
            <a:pPr marL="0" indent="0">
              <a:buNone/>
            </a:pPr>
            <a:r>
              <a:rPr lang="en-GB" sz="1800" b="1" dirty="0"/>
              <a:t>1. Highly Scalable</a:t>
            </a:r>
          </a:p>
          <a:p>
            <a:pPr marL="400029" lvl="1" indent="0">
              <a:buNone/>
            </a:pPr>
            <a:r>
              <a:rPr lang="en-GB" sz="1400" dirty="0"/>
              <a:t>Works well with </a:t>
            </a:r>
            <a:r>
              <a:rPr lang="en-GB" sz="1400" b="1" dirty="0"/>
              <a:t>many computers</a:t>
            </a:r>
            <a:r>
              <a:rPr lang="en-GB" sz="1400" dirty="0"/>
              <a:t> (from a few to thousands).</a:t>
            </a:r>
          </a:p>
          <a:p>
            <a:pPr marL="400029" lvl="1" indent="0">
              <a:buNone/>
            </a:pPr>
            <a:r>
              <a:rPr lang="en-GB" sz="1400" dirty="0"/>
              <a:t>Perfect for </a:t>
            </a:r>
            <a:r>
              <a:rPr lang="en-GB" sz="1400" b="1" dirty="0"/>
              <a:t>big jobs</a:t>
            </a:r>
            <a:r>
              <a:rPr lang="en-GB" sz="1400" dirty="0"/>
              <a:t> on supercomputers.</a:t>
            </a:r>
          </a:p>
          <a:p>
            <a:pPr marL="0" indent="0">
              <a:buNone/>
            </a:pPr>
            <a:r>
              <a:rPr lang="en-GB" sz="1800" b="1" dirty="0"/>
              <a:t>2. Efficient Use of Memory</a:t>
            </a:r>
          </a:p>
          <a:p>
            <a:pPr marL="400029" lvl="1" indent="0">
              <a:buNone/>
            </a:pPr>
            <a:r>
              <a:rPr lang="en-GB" sz="1400" dirty="0"/>
              <a:t>Each processor uses </a:t>
            </a:r>
            <a:r>
              <a:rPr lang="en-GB" sz="1400" b="1" dirty="0"/>
              <a:t>its own memory</a:t>
            </a:r>
            <a:r>
              <a:rPr lang="en-GB" sz="1400" dirty="0"/>
              <a:t>, so no need to share one big memory pool.</a:t>
            </a:r>
          </a:p>
          <a:p>
            <a:pPr marL="400029" lvl="1" indent="0">
              <a:buNone/>
            </a:pPr>
            <a:r>
              <a:rPr lang="en-GB" sz="1400" dirty="0"/>
              <a:t>This is good for </a:t>
            </a:r>
            <a:r>
              <a:rPr lang="en-GB" sz="1400" b="1" dirty="0"/>
              <a:t>large datasets</a:t>
            </a:r>
            <a:r>
              <a:rPr lang="en-GB" sz="1400" dirty="0"/>
              <a:t>.</a:t>
            </a:r>
          </a:p>
          <a:p>
            <a:pPr marL="0" indent="0">
              <a:buNone/>
            </a:pPr>
            <a:r>
              <a:rPr lang="en-GB" sz="1800" b="1" dirty="0"/>
              <a:t>3. Portable</a:t>
            </a:r>
          </a:p>
          <a:p>
            <a:pPr marL="400029" lvl="1" indent="0">
              <a:buNone/>
            </a:pPr>
            <a:r>
              <a:rPr lang="en-GB" sz="1400" dirty="0"/>
              <a:t>MPI works on almost </a:t>
            </a:r>
            <a:r>
              <a:rPr lang="en-GB" sz="1400" b="1" dirty="0"/>
              <a:t>any system</a:t>
            </a:r>
            <a:r>
              <a:rPr lang="en-GB" sz="1400" dirty="0"/>
              <a:t> – clusters, supercomputers, even regular PCs.</a:t>
            </a:r>
          </a:p>
          <a:p>
            <a:pPr marL="400029" lvl="1" indent="0">
              <a:buNone/>
            </a:pPr>
            <a:r>
              <a:rPr lang="en-GB" sz="1400" dirty="0"/>
              <a:t>You can move your code across systems with </a:t>
            </a:r>
            <a:r>
              <a:rPr lang="en-GB" sz="1400" b="1" dirty="0"/>
              <a:t>minimal changes</a:t>
            </a:r>
            <a:r>
              <a:rPr lang="en-GB" sz="1400" dirty="0"/>
              <a:t>.</a:t>
            </a:r>
          </a:p>
          <a:p>
            <a:pPr marL="0" indent="0">
              <a:buNone/>
            </a:pPr>
            <a:r>
              <a:rPr lang="en-GB" sz="1800" b="1" dirty="0"/>
              <a:t>5. Standardized</a:t>
            </a:r>
          </a:p>
          <a:p>
            <a:pPr marL="400029" lvl="1" indent="0">
              <a:buNone/>
            </a:pPr>
            <a:r>
              <a:rPr lang="en-GB" sz="1400" dirty="0"/>
              <a:t>MPI is a well-established </a:t>
            </a:r>
            <a:r>
              <a:rPr lang="en-GB" sz="1400" b="1" dirty="0"/>
              <a:t>standard</a:t>
            </a:r>
            <a:r>
              <a:rPr lang="en-GB" sz="1400" dirty="0"/>
              <a:t>.</a:t>
            </a:r>
          </a:p>
          <a:p>
            <a:pPr marL="400029" lvl="1" indent="0">
              <a:buNone/>
            </a:pPr>
            <a:r>
              <a:rPr lang="en-GB" sz="1400" dirty="0"/>
              <a:t>Supported by many </a:t>
            </a:r>
            <a:r>
              <a:rPr lang="en-GB" sz="1400" b="1" dirty="0"/>
              <a:t>languages</a:t>
            </a:r>
            <a:r>
              <a:rPr lang="en-GB" sz="1400" dirty="0"/>
              <a:t> (like C, C++, Fortran, Python).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6E503E-A083-4ED3-75B1-9A5DB90D778E}"/>
              </a:ext>
            </a:extLst>
          </p:cNvPr>
          <p:cNvSpPr txBox="1"/>
          <p:nvPr/>
        </p:nvSpPr>
        <p:spPr>
          <a:xfrm>
            <a:off x="6825202" y="1412776"/>
            <a:ext cx="525485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Hard to Learn</a:t>
            </a:r>
          </a:p>
          <a:p>
            <a:pPr lvl="1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MPI programming can be </a:t>
            </a: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especially for beginners.</a:t>
            </a:r>
          </a:p>
          <a:p>
            <a:pPr lvl="1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must manage all </a:t>
            </a: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communication and synchronization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manually.</a:t>
            </a:r>
          </a:p>
          <a:p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Debugging is Difficult</a:t>
            </a:r>
          </a:p>
          <a:p>
            <a:pPr lvl="1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Bugs related to </a:t>
            </a: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timing or data exchange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between processors can be </a:t>
            </a: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tricky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find.</a:t>
            </a:r>
          </a:p>
          <a:p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Communication Overhead</a:t>
            </a:r>
          </a:p>
          <a:p>
            <a:pPr lvl="1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Sending messages between processors takes </a:t>
            </a: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not managed well, it can </a:t>
            </a: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slow down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performance.</a:t>
            </a:r>
          </a:p>
          <a:p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Not Ideal for Shared Memory Systems</a:t>
            </a:r>
          </a:p>
          <a:p>
            <a:pPr lvl="1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machines where all processors can access the </a:t>
            </a: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memory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other models like </a:t>
            </a: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OpenMP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might be simpler and faster.</a:t>
            </a:r>
          </a:p>
          <a:p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Load Balancing is Manual</a:t>
            </a:r>
          </a:p>
          <a:p>
            <a:pPr lvl="1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have to make sure that </a:t>
            </a: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processor gets the right amount of work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one gets too much, it slows down the whole program.</a:t>
            </a:r>
          </a:p>
        </p:txBody>
      </p:sp>
    </p:spTree>
    <p:extLst>
      <p:ext uri="{BB962C8B-B14F-4D97-AF65-F5344CB8AC3E}">
        <p14:creationId xmlns:p14="http://schemas.microsoft.com/office/powerpoint/2010/main" val="2649408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F5450-46BE-0380-9917-46A124D4B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OpenMP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FEE2D-87C8-14D0-F38B-E18EAD611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OpenMP</a:t>
            </a:r>
            <a:r>
              <a:rPr lang="en-GB" dirty="0"/>
              <a:t> is an implementation of multithreading, a method of parallelizing implemented using pragmas whereby a master thread and slave threads, in parallel, jointly perform a task.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0B9EC95-84AA-5D8C-5DCF-D64C578CD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570" y="2708920"/>
            <a:ext cx="10348859" cy="3564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761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7723-DBAC-0149-9A73-D681CE8F0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351" y="1052737"/>
            <a:ext cx="6000665" cy="5616625"/>
          </a:xfrm>
        </p:spPr>
        <p:txBody>
          <a:bodyPr/>
          <a:lstStyle/>
          <a:p>
            <a:pPr marL="0" indent="0">
              <a:buNone/>
            </a:pPr>
            <a:r>
              <a:rPr lang="en-GB" sz="1800" b="1" dirty="0"/>
              <a:t>1. Easy to Learn and Use</a:t>
            </a:r>
          </a:p>
          <a:p>
            <a:pPr marL="400029" lvl="1" indent="0">
              <a:buNone/>
            </a:pPr>
            <a:r>
              <a:rPr lang="en-GB" sz="1400" dirty="0"/>
              <a:t>Just add </a:t>
            </a:r>
            <a:r>
              <a:rPr lang="en-GB" sz="1400" b="1" dirty="0"/>
              <a:t>special comments (called pragmas)</a:t>
            </a:r>
            <a:r>
              <a:rPr lang="en-GB" sz="1400" dirty="0"/>
              <a:t> to your code.</a:t>
            </a:r>
          </a:p>
          <a:p>
            <a:pPr marL="400029" lvl="1" indent="0">
              <a:buNone/>
            </a:pPr>
            <a:r>
              <a:rPr lang="en-GB" sz="1400" dirty="0"/>
              <a:t>Much easier than MPI for beginners.</a:t>
            </a:r>
          </a:p>
          <a:p>
            <a:pPr marL="0" indent="0">
              <a:buNone/>
            </a:pPr>
            <a:r>
              <a:rPr lang="en-GB" sz="1800" b="1" dirty="0"/>
              <a:t>2. Great for Shared-Memory Systems</a:t>
            </a:r>
          </a:p>
          <a:p>
            <a:pPr marL="400029" lvl="1" indent="0">
              <a:buNone/>
            </a:pPr>
            <a:r>
              <a:rPr lang="en-GB" sz="1400" dirty="0"/>
              <a:t>Perfect for </a:t>
            </a:r>
            <a:r>
              <a:rPr lang="en-GB" sz="1400" b="1" dirty="0"/>
              <a:t>desktop PCs</a:t>
            </a:r>
            <a:r>
              <a:rPr lang="en-GB" sz="1400" dirty="0"/>
              <a:t>, </a:t>
            </a:r>
            <a:r>
              <a:rPr lang="en-GB" sz="1400" b="1" dirty="0"/>
              <a:t>workstations</a:t>
            </a:r>
            <a:r>
              <a:rPr lang="en-GB" sz="1400" dirty="0"/>
              <a:t>, or </a:t>
            </a:r>
            <a:r>
              <a:rPr lang="en-GB" sz="1400" b="1" dirty="0"/>
              <a:t>single-node servers</a:t>
            </a:r>
            <a:r>
              <a:rPr lang="en-GB" sz="1400" dirty="0"/>
              <a:t> with many cores.</a:t>
            </a:r>
          </a:p>
          <a:p>
            <a:pPr marL="400029" lvl="1" indent="0">
              <a:buNone/>
            </a:pPr>
            <a:r>
              <a:rPr lang="en-GB" sz="1400" dirty="0"/>
              <a:t>All threads share the </a:t>
            </a:r>
            <a:r>
              <a:rPr lang="en-GB" sz="1400" b="1" dirty="0"/>
              <a:t>same memory</a:t>
            </a:r>
            <a:r>
              <a:rPr lang="en-GB" sz="1400" dirty="0"/>
              <a:t> — no need to send messages.</a:t>
            </a:r>
          </a:p>
          <a:p>
            <a:pPr marL="0" indent="0">
              <a:buNone/>
            </a:pPr>
            <a:r>
              <a:rPr lang="en-GB" sz="1800" b="1" dirty="0"/>
              <a:t>3. No Manual Message Passing</a:t>
            </a:r>
          </a:p>
          <a:p>
            <a:pPr marL="400029" lvl="1" indent="0">
              <a:buNone/>
            </a:pPr>
            <a:r>
              <a:rPr lang="en-GB" sz="1400" dirty="0"/>
              <a:t>Threads can directly access shared variables.</a:t>
            </a:r>
          </a:p>
          <a:p>
            <a:pPr marL="400029" lvl="1" indent="0">
              <a:buNone/>
            </a:pPr>
            <a:r>
              <a:rPr lang="en-GB" sz="1400" dirty="0"/>
              <a:t>No need to write code for sending and receiving data.</a:t>
            </a:r>
          </a:p>
          <a:p>
            <a:pPr marL="0" indent="0">
              <a:buNone/>
            </a:pPr>
            <a:r>
              <a:rPr lang="en-GB" sz="1800" b="1" dirty="0"/>
              <a:t>4. Scales Well (on One Machine)</a:t>
            </a:r>
          </a:p>
          <a:p>
            <a:pPr marL="400029" lvl="1" indent="0">
              <a:buNone/>
            </a:pPr>
            <a:r>
              <a:rPr lang="en-GB" sz="1400" dirty="0"/>
              <a:t>Can make good use of </a:t>
            </a:r>
            <a:r>
              <a:rPr lang="en-GB" sz="1400" b="1" dirty="0"/>
              <a:t>8, 16, 32+ cores</a:t>
            </a:r>
            <a:r>
              <a:rPr lang="en-GB" sz="1400" dirty="0"/>
              <a:t> on a modern CPU.</a:t>
            </a:r>
          </a:p>
          <a:p>
            <a:pPr marL="0" indent="0">
              <a:buNone/>
            </a:pPr>
            <a:r>
              <a:rPr lang="en-GB" sz="1800" b="1" dirty="0"/>
              <a:t>5. Flexible Parallelism</a:t>
            </a:r>
          </a:p>
          <a:p>
            <a:pPr marL="400029" lvl="1" indent="0">
              <a:buNone/>
            </a:pPr>
            <a:r>
              <a:rPr lang="en-GB" sz="1400" dirty="0"/>
              <a:t>Easy to parallelize </a:t>
            </a:r>
            <a:r>
              <a:rPr lang="en-GB" sz="1400" b="1" dirty="0"/>
              <a:t>loops</a:t>
            </a:r>
            <a:r>
              <a:rPr lang="en-GB" sz="1400" dirty="0"/>
              <a:t>, </a:t>
            </a:r>
            <a:r>
              <a:rPr lang="en-GB" sz="1400" b="1" dirty="0"/>
              <a:t>sections</a:t>
            </a:r>
            <a:r>
              <a:rPr lang="en-GB" sz="1400" dirty="0"/>
              <a:t>, or specific parts of code.</a:t>
            </a:r>
          </a:p>
          <a:p>
            <a:pPr marL="400029" lvl="1" indent="0">
              <a:buNone/>
            </a:pPr>
            <a:r>
              <a:rPr lang="en-GB" sz="1400" dirty="0"/>
              <a:t>You can control how tasks are split.</a:t>
            </a:r>
          </a:p>
          <a:p>
            <a:pPr marL="0" indent="0">
              <a:buNone/>
            </a:pPr>
            <a:br>
              <a:rPr lang="en-GB" sz="1800" dirty="0"/>
            </a:br>
            <a:endParaRPr lang="en-GB" sz="1800" dirty="0"/>
          </a:p>
          <a:p>
            <a:endParaRPr lang="en-GB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FC91AC-81D5-6CDA-0D15-18B4B7AB0E7A}"/>
              </a:ext>
            </a:extLst>
          </p:cNvPr>
          <p:cNvSpPr txBox="1"/>
          <p:nvPr/>
        </p:nvSpPr>
        <p:spPr>
          <a:xfrm>
            <a:off x="6384032" y="1052737"/>
            <a:ext cx="5568617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Limited to Shared Memory</a:t>
            </a:r>
          </a:p>
          <a:p>
            <a:pPr lvl="1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works well on </a:t>
            </a: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machine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(or one node).</a:t>
            </a:r>
          </a:p>
          <a:p>
            <a:pPr lvl="1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Doesn't scale across </a:t>
            </a: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computers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like MPI does.</a:t>
            </a:r>
          </a:p>
          <a:p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Memory Conflicts</a:t>
            </a:r>
          </a:p>
          <a:p>
            <a:pPr lvl="1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 threads share memory, you can get </a:t>
            </a: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race conditions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conflicts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not careful.</a:t>
            </a:r>
          </a:p>
          <a:p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Not Ideal for Very Large Systems</a:t>
            </a:r>
          </a:p>
          <a:p>
            <a:pPr lvl="1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your program needs </a:t>
            </a: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hundreds or thousands of cores across multiple nodes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OpenMP isn't enough.</a:t>
            </a:r>
          </a:p>
          <a:p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Less Control</a:t>
            </a:r>
          </a:p>
          <a:p>
            <a:pPr lvl="1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have </a:t>
            </a: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less fine-grained control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over communication and memory than MPI.</a:t>
            </a:r>
          </a:p>
          <a:p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Performance Tuning Can Be Tricky</a:t>
            </a:r>
          </a:p>
          <a:p>
            <a:pPr lvl="1"/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though it's easy to use, getting </a:t>
            </a: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maximum performance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often takes tweaking (scheduling, private/shared variables, etc.).</a:t>
            </a:r>
          </a:p>
        </p:txBody>
      </p:sp>
    </p:spTree>
    <p:extLst>
      <p:ext uri="{BB962C8B-B14F-4D97-AF65-F5344CB8AC3E}">
        <p14:creationId xmlns:p14="http://schemas.microsoft.com/office/powerpoint/2010/main" val="818920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249E2-11AC-4408-03C3-571B08A6E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Hybrid (MPI + OpenMP)</a:t>
            </a:r>
            <a:r>
              <a:rPr lang="en-GB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0EA9B-2B07-4FB7-BB64-C23646348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351" y="1052737"/>
            <a:ext cx="6216689" cy="5616625"/>
          </a:xfrm>
        </p:spPr>
        <p:txBody>
          <a:bodyPr/>
          <a:lstStyle/>
          <a:p>
            <a:pPr marL="0" indent="0">
              <a:buNone/>
            </a:pPr>
            <a:r>
              <a:rPr lang="en-GB" sz="1800" b="1" dirty="0"/>
              <a:t>1. Better Scalability</a:t>
            </a:r>
          </a:p>
          <a:p>
            <a:pPr marL="0" indent="0">
              <a:buNone/>
            </a:pPr>
            <a:r>
              <a:rPr lang="en-GB" sz="1800" dirty="0"/>
              <a:t>Uses MPI for large-scale systems (clusters).</a:t>
            </a:r>
          </a:p>
          <a:p>
            <a:pPr marL="0" indent="0">
              <a:buNone/>
            </a:pPr>
            <a:r>
              <a:rPr lang="en-GB" sz="1800" dirty="0"/>
              <a:t>Uses OpenMP to fully utilize </a:t>
            </a:r>
            <a:r>
              <a:rPr lang="en-GB" sz="1800" b="1" dirty="0"/>
              <a:t>all cores in each machine</a:t>
            </a:r>
            <a:r>
              <a:rPr lang="en-GB" sz="1800" dirty="0"/>
              <a:t>.</a:t>
            </a:r>
          </a:p>
          <a:p>
            <a:pPr marL="0" indent="0">
              <a:buNone/>
            </a:pPr>
            <a:r>
              <a:rPr lang="en-GB" sz="1800" dirty="0"/>
              <a:t>Makes better use of </a:t>
            </a:r>
            <a:r>
              <a:rPr lang="en-GB" sz="1800" b="1" dirty="0"/>
              <a:t>modern multi-core, multi-node</a:t>
            </a:r>
            <a:r>
              <a:rPr lang="en-GB" sz="1800" dirty="0"/>
              <a:t> hardware.</a:t>
            </a:r>
          </a:p>
          <a:p>
            <a:pPr marL="0" indent="0">
              <a:buNone/>
            </a:pPr>
            <a:r>
              <a:rPr lang="en-GB" sz="1800" b="1" dirty="0"/>
              <a:t>2. Efficient Memory Use</a:t>
            </a:r>
          </a:p>
          <a:p>
            <a:pPr marL="0" indent="0">
              <a:buNone/>
            </a:pPr>
            <a:r>
              <a:rPr lang="en-GB" sz="1800" dirty="0"/>
              <a:t>Reduces memory overhead by using </a:t>
            </a:r>
            <a:r>
              <a:rPr lang="en-GB" sz="1800" b="1" dirty="0"/>
              <a:t>shared memory</a:t>
            </a:r>
            <a:r>
              <a:rPr lang="en-GB" sz="1800" dirty="0"/>
              <a:t> within each node (via OpenMP).</a:t>
            </a:r>
          </a:p>
          <a:p>
            <a:pPr marL="0" indent="0">
              <a:buNone/>
            </a:pPr>
            <a:r>
              <a:rPr lang="en-GB" sz="1800" dirty="0"/>
              <a:t>Less memory duplication compared to using MPI only.</a:t>
            </a:r>
          </a:p>
          <a:p>
            <a:pPr marL="0" indent="0">
              <a:buNone/>
            </a:pPr>
            <a:r>
              <a:rPr lang="en-GB" sz="1800" b="1" dirty="0"/>
              <a:t>3. Improved Performance</a:t>
            </a:r>
          </a:p>
          <a:p>
            <a:pPr marL="0" indent="0">
              <a:buNone/>
            </a:pPr>
            <a:r>
              <a:rPr lang="en-GB" sz="1800" dirty="0"/>
              <a:t>MPI can be slower when too many processes are running.</a:t>
            </a:r>
          </a:p>
          <a:p>
            <a:pPr marL="0" indent="0">
              <a:buNone/>
            </a:pPr>
            <a:r>
              <a:rPr lang="en-GB" sz="1800" dirty="0"/>
              <a:t>Hybrid reduces the number of MPI processes and uses threads instead — often faster.</a:t>
            </a:r>
          </a:p>
          <a:p>
            <a:pPr marL="0" indent="0">
              <a:buNone/>
            </a:pPr>
            <a:r>
              <a:rPr lang="en-GB" sz="1800" b="1" dirty="0"/>
              <a:t>4. Flexible Design</a:t>
            </a:r>
          </a:p>
          <a:p>
            <a:pPr marL="0" indent="0">
              <a:buNone/>
            </a:pPr>
            <a:r>
              <a:rPr lang="en-GB" sz="1800" dirty="0"/>
              <a:t>You can fine-tune the balance between </a:t>
            </a:r>
            <a:r>
              <a:rPr lang="en-GB" sz="1800" b="1" dirty="0"/>
              <a:t>MPI tasks</a:t>
            </a:r>
            <a:r>
              <a:rPr lang="en-GB" sz="1800" dirty="0"/>
              <a:t> and </a:t>
            </a:r>
            <a:r>
              <a:rPr lang="en-GB" sz="1800" b="1" dirty="0"/>
              <a:t>OpenMP threads</a:t>
            </a:r>
            <a:r>
              <a:rPr lang="en-GB" sz="1800" dirty="0"/>
              <a:t> based on your system and problem.</a:t>
            </a:r>
          </a:p>
          <a:p>
            <a:pPr marL="0" indent="0">
              <a:buNone/>
            </a:pPr>
            <a:br>
              <a:rPr lang="en-GB" sz="1800" dirty="0"/>
            </a:br>
            <a:endParaRPr lang="en-GB" sz="1800" dirty="0"/>
          </a:p>
          <a:p>
            <a:pPr marL="0" indent="0">
              <a:buNone/>
            </a:pPr>
            <a:endParaRPr lang="en-GB" sz="1800" dirty="0"/>
          </a:p>
        </p:txBody>
      </p:sp>
      <p:pic>
        <p:nvPicPr>
          <p:cNvPr id="1028" name="Picture 4" descr="C-DAC,Pune : High-Perf. Comp. Frontier Technologies Exploration Group and  CMSD, University of Hyderabad, Technology Workshop hyPACK (October 15-18),  2013">
            <a:extLst>
              <a:ext uri="{FF2B5EF4-FFF2-40B4-BE49-F238E27FC236}">
                <a16:creationId xmlns:a16="http://schemas.microsoft.com/office/drawing/2014/main" id="{36551FF4-E306-E91D-1B71-91C22EECB6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40"/>
          <a:stretch>
            <a:fillRect/>
          </a:stretch>
        </p:blipFill>
        <p:spPr bwMode="auto">
          <a:xfrm>
            <a:off x="6023992" y="2029898"/>
            <a:ext cx="5760640" cy="2798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549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0DA48-5B3D-79C6-3E86-DD3565681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Hybrid 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234611B-36B0-7911-C49E-64177F8AB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790" y="1258888"/>
            <a:ext cx="11171793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884" indent="-342884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13" indent="-28573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2944" indent="-228588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120" indent="-228588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297" indent="-228588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474" indent="-228588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8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8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8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0" hangingPunct="0">
              <a:spcBef>
                <a:spcPct val="0"/>
              </a:spcBef>
            </a:pPr>
            <a:r>
              <a:rPr lang="en-US" altLang="en-US" kern="0" dirty="0">
                <a:latin typeface="Arial" panose="020B0604020202020204" pitchFamily="34" charset="0"/>
              </a:rPr>
              <a:t>Start with Serial Code</a:t>
            </a:r>
          </a:p>
          <a:p>
            <a:pPr eaLnBrk="0" hangingPunct="0">
              <a:spcBef>
                <a:spcPct val="0"/>
              </a:spcBef>
            </a:pPr>
            <a:r>
              <a:rPr lang="en-US" altLang="en-US" kern="0" dirty="0">
                <a:latin typeface="Arial" panose="020B0604020202020204" pitchFamily="34" charset="0"/>
              </a:rPr>
              <a:t>Add MPI to split the work between nodes/processes</a:t>
            </a:r>
          </a:p>
          <a:p>
            <a:pPr eaLnBrk="0" hangingPunct="0">
              <a:spcBef>
                <a:spcPct val="0"/>
              </a:spcBef>
            </a:pPr>
            <a:r>
              <a:rPr lang="en-US" altLang="en-US" kern="0" dirty="0">
                <a:latin typeface="Arial" panose="020B0604020202020204" pitchFamily="34" charset="0"/>
              </a:rPr>
              <a:t>Create OpenMP parallel regions inside each MPI process</a:t>
            </a:r>
          </a:p>
          <a:p>
            <a:pPr eaLnBrk="0" hangingPunct="0">
              <a:spcBef>
                <a:spcPct val="0"/>
              </a:spcBef>
            </a:pPr>
            <a:r>
              <a:rPr lang="en-US" altLang="en-US" kern="0" dirty="0">
                <a:latin typeface="Arial" panose="020B0604020202020204" pitchFamily="34" charset="0"/>
              </a:rPr>
              <a:t>Use </a:t>
            </a:r>
            <a:r>
              <a:rPr lang="en-US" altLang="en-US" kern="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#pragma </a:t>
            </a:r>
            <a:r>
              <a:rPr lang="en-US" altLang="en-US" kern="0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omp</a:t>
            </a:r>
            <a:r>
              <a:rPr lang="en-US" altLang="en-US" kern="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 parallel</a:t>
            </a:r>
            <a:r>
              <a:rPr lang="en-US" altLang="en-US" kern="0" dirty="0">
                <a:latin typeface="Arial" panose="020B0604020202020204" pitchFamily="34" charset="0"/>
              </a:rPr>
              <a:t> to </a:t>
            </a:r>
            <a:r>
              <a:rPr lang="en-US" altLang="en-US" kern="0" dirty="0" err="1">
                <a:latin typeface="Arial" panose="020B0604020202020204" pitchFamily="34" charset="0"/>
              </a:rPr>
              <a:t>parallelise</a:t>
            </a:r>
            <a:r>
              <a:rPr lang="en-US" altLang="en-US" kern="0" dirty="0">
                <a:latin typeface="Arial" panose="020B0604020202020204" pitchFamily="34" charset="0"/>
              </a:rPr>
              <a:t> loops</a:t>
            </a:r>
          </a:p>
          <a:p>
            <a:pPr eaLnBrk="0" hangingPunct="0">
              <a:spcBef>
                <a:spcPct val="0"/>
              </a:spcBef>
            </a:pPr>
            <a:r>
              <a:rPr lang="en-US" altLang="en-US" kern="0" dirty="0">
                <a:latin typeface="Arial" panose="020B0604020202020204" pitchFamily="34" charset="0"/>
              </a:rPr>
              <a:t>Declare private and shared variables properly for OpenMP</a:t>
            </a:r>
          </a:p>
          <a:p>
            <a:pPr eaLnBrk="0" hangingPunct="0">
              <a:spcBef>
                <a:spcPct val="0"/>
              </a:spcBef>
            </a:pPr>
            <a:r>
              <a:rPr lang="en-US" altLang="en-US" kern="0" dirty="0">
                <a:latin typeface="Arial" panose="020B0604020202020204" pitchFamily="34" charset="0"/>
              </a:rPr>
              <a:t>Gather results from all processes using MPI</a:t>
            </a:r>
          </a:p>
          <a:p>
            <a:pPr eaLnBrk="0" hangingPunct="0">
              <a:spcBef>
                <a:spcPct val="0"/>
              </a:spcBef>
            </a:pPr>
            <a:r>
              <a:rPr lang="en-US" altLang="en-US" kern="0" dirty="0">
                <a:latin typeface="Arial" panose="020B0604020202020204" pitchFamily="34" charset="0"/>
              </a:rPr>
              <a:t>Perform MPI communication as needed (before or after OpenMP regions)</a:t>
            </a:r>
          </a:p>
          <a:p>
            <a:pPr eaLnBrk="0" hangingPunct="0">
              <a:spcBef>
                <a:spcPct val="0"/>
              </a:spcBef>
            </a:pPr>
            <a:r>
              <a:rPr lang="en-US" altLang="en-US" kern="0" dirty="0">
                <a:latin typeface="Arial" panose="020B0604020202020204" pitchFamily="34" charset="0"/>
              </a:rPr>
              <a:t>Finalize MPI (MPI_FINALIZE) to close the MPI environment</a:t>
            </a:r>
          </a:p>
        </p:txBody>
      </p:sp>
    </p:spTree>
    <p:extLst>
      <p:ext uri="{BB962C8B-B14F-4D97-AF65-F5344CB8AC3E}">
        <p14:creationId xmlns:p14="http://schemas.microsoft.com/office/powerpoint/2010/main" val="937974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BFDBE-EB4D-87CC-DB10-6B3E049B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Serial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811DF-EE89-BAC7-853C-F553E8BA2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#include &lt;</a:t>
            </a:r>
            <a:r>
              <a:rPr lang="en-GB" sz="1400" dirty="0" err="1"/>
              <a:t>stdio.h</a:t>
            </a:r>
            <a:r>
              <a:rPr lang="en-GB" sz="14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#include &lt;</a:t>
            </a:r>
            <a:r>
              <a:rPr lang="en-GB" sz="1400" dirty="0" err="1"/>
              <a:t>math.h</a:t>
            </a:r>
            <a:r>
              <a:rPr lang="en-GB" sz="14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#include &lt;</a:t>
            </a:r>
            <a:r>
              <a:rPr lang="en-GB" sz="1400" dirty="0" err="1"/>
              <a:t>time.h</a:t>
            </a:r>
            <a:r>
              <a:rPr lang="en-GB" sz="14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double </a:t>
            </a:r>
            <a:r>
              <a:rPr lang="en-GB" sz="1400" dirty="0" err="1"/>
              <a:t>ctimer</a:t>
            </a:r>
            <a:r>
              <a:rPr lang="en-GB" sz="1400" dirty="0"/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    return (double)clock() / CLOCKS_PER_SEC;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int main()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    </a:t>
            </a:r>
            <a:r>
              <a:rPr lang="en-GB" sz="1400" dirty="0" err="1"/>
              <a:t>const</a:t>
            </a:r>
            <a:r>
              <a:rPr lang="en-GB" sz="1400" dirty="0"/>
              <a:t> long N = 1000000000; // 1e9 steps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    </a:t>
            </a:r>
            <a:r>
              <a:rPr lang="en-GB" sz="1400" dirty="0" err="1"/>
              <a:t>const</a:t>
            </a:r>
            <a:r>
              <a:rPr lang="en-GB" sz="1400" dirty="0"/>
              <a:t> double h = 1.0 / 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    </a:t>
            </a:r>
            <a:r>
              <a:rPr lang="en-GB" sz="1400" dirty="0" err="1"/>
              <a:t>const</a:t>
            </a:r>
            <a:r>
              <a:rPr lang="en-GB" sz="1400" dirty="0"/>
              <a:t> double PI = 3.141592653589793238462643;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    double x, sum = 0.0, pi, error, time;</a:t>
            </a:r>
          </a:p>
          <a:p>
            <a:pPr marL="0" indent="0">
              <a:spcBef>
                <a:spcPts val="0"/>
              </a:spcBef>
              <a:buNone/>
            </a:pPr>
            <a:endParaRPr lang="en-GB" sz="1400" dirty="0"/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    time = -</a:t>
            </a:r>
            <a:r>
              <a:rPr lang="en-GB" sz="1400" dirty="0" err="1"/>
              <a:t>ctimer</a:t>
            </a:r>
            <a:r>
              <a:rPr lang="en-GB" sz="1400" dirty="0"/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    for (long </a:t>
            </a:r>
            <a:r>
              <a:rPr lang="en-GB" sz="1400" dirty="0" err="1"/>
              <a:t>i</a:t>
            </a:r>
            <a:r>
              <a:rPr lang="en-GB" sz="1400" dirty="0"/>
              <a:t> = 0; </a:t>
            </a:r>
            <a:r>
              <a:rPr lang="en-GB" sz="1400" dirty="0" err="1"/>
              <a:t>i</a:t>
            </a:r>
            <a:r>
              <a:rPr lang="en-GB" sz="1400" dirty="0"/>
              <a:t> &lt;= N; </a:t>
            </a:r>
            <a:r>
              <a:rPr lang="en-GB" sz="1400" dirty="0" err="1"/>
              <a:t>i</a:t>
            </a:r>
            <a:r>
              <a:rPr lang="en-GB" sz="1400" dirty="0"/>
              <a:t>++)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        x = h * (double)</a:t>
            </a:r>
            <a:r>
              <a:rPr lang="en-GB" sz="1400" dirty="0" err="1"/>
              <a:t>i</a:t>
            </a:r>
            <a:r>
              <a:rPr lang="en-GB" sz="14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        sum += 4.0 / (1.0 + x * x);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    }</a:t>
            </a:r>
          </a:p>
          <a:p>
            <a:pPr marL="0" indent="0">
              <a:spcBef>
                <a:spcPts val="0"/>
              </a:spcBef>
              <a:buNone/>
            </a:pPr>
            <a:endParaRPr lang="en-GB" sz="1400" dirty="0"/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    pi = h * sum;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    time += </a:t>
            </a:r>
            <a:r>
              <a:rPr lang="en-GB" sz="1400" dirty="0" err="1"/>
              <a:t>ctimer</a:t>
            </a:r>
            <a:r>
              <a:rPr lang="en-GB" sz="1400" dirty="0"/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    error = fabs(pi - PI);</a:t>
            </a:r>
          </a:p>
          <a:p>
            <a:pPr marL="0" indent="0">
              <a:spcBef>
                <a:spcPts val="0"/>
              </a:spcBef>
              <a:buNone/>
            </a:pPr>
            <a:endParaRPr lang="en-GB" sz="1400" dirty="0"/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    </a:t>
            </a:r>
            <a:r>
              <a:rPr lang="en-GB" sz="1400" dirty="0" err="1"/>
              <a:t>printf</a:t>
            </a:r>
            <a:r>
              <a:rPr lang="en-GB" sz="1400" dirty="0"/>
              <a:t>("Serial: </a:t>
            </a:r>
            <a:r>
              <a:rPr lang="el-GR" sz="1400" dirty="0"/>
              <a:t>π = %.16</a:t>
            </a:r>
            <a:r>
              <a:rPr lang="en-GB" sz="1400" dirty="0"/>
              <a:t>f ± %.16f | time = %.4f sec\n", pi, error, time);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    return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335250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83D33-BB3C-F454-9DFC-732EDE054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Omp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581A6-6627-7D7D-31EE-9165EABA5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GB" sz="1600" dirty="0"/>
              <a:t>#include &lt;</a:t>
            </a:r>
            <a:r>
              <a:rPr lang="en-GB" sz="1600" dirty="0" err="1"/>
              <a:t>stdio.h</a:t>
            </a:r>
            <a:r>
              <a:rPr lang="en-GB" sz="16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/>
              <a:t>#include &lt;</a:t>
            </a:r>
            <a:r>
              <a:rPr lang="en-GB" sz="1600" dirty="0" err="1"/>
              <a:t>math.h</a:t>
            </a:r>
            <a:r>
              <a:rPr lang="en-GB" sz="16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/>
              <a:t>#include &lt;</a:t>
            </a:r>
            <a:r>
              <a:rPr lang="en-GB" sz="1600" dirty="0" err="1"/>
              <a:t>omp.h</a:t>
            </a:r>
            <a:r>
              <a:rPr lang="en-GB" sz="16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/>
              <a:t>int main()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/>
              <a:t>    </a:t>
            </a:r>
            <a:r>
              <a:rPr lang="en-GB" sz="1600" dirty="0" err="1"/>
              <a:t>const</a:t>
            </a:r>
            <a:r>
              <a:rPr lang="en-GB" sz="1600" dirty="0"/>
              <a:t> long N = 1000000000;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/>
              <a:t>    </a:t>
            </a:r>
            <a:r>
              <a:rPr lang="en-GB" sz="1600" dirty="0" err="1"/>
              <a:t>const</a:t>
            </a:r>
            <a:r>
              <a:rPr lang="en-GB" sz="1600" dirty="0"/>
              <a:t> double h = 1.0 / 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/>
              <a:t>    </a:t>
            </a:r>
            <a:r>
              <a:rPr lang="en-GB" sz="1600" dirty="0" err="1"/>
              <a:t>const</a:t>
            </a:r>
            <a:r>
              <a:rPr lang="en-GB" sz="1600" dirty="0"/>
              <a:t> double PI = 3.141592653589793238462643;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/>
              <a:t>    double x, sum = 0.0, pi, error, start, end;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/>
              <a:t>    start = </a:t>
            </a:r>
            <a:r>
              <a:rPr lang="en-GB" sz="1600" dirty="0" err="1"/>
              <a:t>omp_get_wtime</a:t>
            </a:r>
            <a:r>
              <a:rPr lang="en-GB" sz="1600" dirty="0"/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>
                <a:solidFill>
                  <a:schemeClr val="accent5">
                    <a:lumMod val="50000"/>
                  </a:schemeClr>
                </a:solidFill>
              </a:rPr>
              <a:t>    #pragma </a:t>
            </a:r>
            <a:r>
              <a:rPr lang="en-GB" sz="1600" dirty="0" err="1">
                <a:solidFill>
                  <a:schemeClr val="accent5">
                    <a:lumMod val="50000"/>
                  </a:schemeClr>
                </a:solidFill>
              </a:rPr>
              <a:t>omp</a:t>
            </a:r>
            <a:r>
              <a:rPr lang="en-GB" sz="1600" dirty="0">
                <a:solidFill>
                  <a:schemeClr val="accent5">
                    <a:lumMod val="50000"/>
                  </a:schemeClr>
                </a:solidFill>
              </a:rPr>
              <a:t> parallel for private(x) reduction(+:sum)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/>
              <a:t>    for (long </a:t>
            </a:r>
            <a:r>
              <a:rPr lang="en-GB" sz="1600" dirty="0" err="1"/>
              <a:t>i</a:t>
            </a:r>
            <a:r>
              <a:rPr lang="en-GB" sz="1600" dirty="0"/>
              <a:t> = 0; </a:t>
            </a:r>
            <a:r>
              <a:rPr lang="en-GB" sz="1600" dirty="0" err="1"/>
              <a:t>i</a:t>
            </a:r>
            <a:r>
              <a:rPr lang="en-GB" sz="1600" dirty="0"/>
              <a:t> &lt;= N; </a:t>
            </a:r>
            <a:r>
              <a:rPr lang="en-GB" sz="1600" dirty="0" err="1"/>
              <a:t>i</a:t>
            </a:r>
            <a:r>
              <a:rPr lang="en-GB" sz="1600" dirty="0"/>
              <a:t>++)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/>
              <a:t>        x = h * (double)</a:t>
            </a:r>
            <a:r>
              <a:rPr lang="en-GB" sz="1600" dirty="0" err="1"/>
              <a:t>i</a:t>
            </a:r>
            <a:r>
              <a:rPr lang="en-GB" sz="16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/>
              <a:t>        sum += 4.0 / (1.0 + x * x);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/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/>
              <a:t>    pi = h * sum;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/>
              <a:t>    end = </a:t>
            </a:r>
            <a:r>
              <a:rPr lang="en-GB" sz="1600" dirty="0" err="1"/>
              <a:t>omp_get_wtime</a:t>
            </a:r>
            <a:r>
              <a:rPr lang="en-GB" sz="1600" dirty="0"/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/>
              <a:t>    error = fabs(pi - PI);</a:t>
            </a:r>
          </a:p>
          <a:p>
            <a:pPr marL="0" indent="0">
              <a:spcBef>
                <a:spcPts val="0"/>
              </a:spcBef>
              <a:buNone/>
            </a:pPr>
            <a:endParaRPr lang="en-GB" sz="1600" dirty="0"/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/>
              <a:t>    </a:t>
            </a:r>
            <a:r>
              <a:rPr lang="en-GB" sz="1600" dirty="0" err="1"/>
              <a:t>printf</a:t>
            </a:r>
            <a:r>
              <a:rPr lang="en-GB" sz="1600" dirty="0"/>
              <a:t>("OpenMP: </a:t>
            </a:r>
            <a:r>
              <a:rPr lang="el-GR" sz="1600" dirty="0"/>
              <a:t>π = %.16</a:t>
            </a:r>
            <a:r>
              <a:rPr lang="en-GB" sz="1600" dirty="0"/>
              <a:t>f ± %.16f | time = %.4f sec | threads = %d\n",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/>
              <a:t>           pi, error, end - start, </a:t>
            </a:r>
            <a:r>
              <a:rPr lang="en-GB" sz="1600" dirty="0" err="1"/>
              <a:t>omp_get_max_threads</a:t>
            </a:r>
            <a:r>
              <a:rPr lang="en-GB" sz="1600" dirty="0"/>
              <a:t>());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/>
              <a:t>    return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600" dirty="0"/>
              <a:t>}</a:t>
            </a:r>
          </a:p>
          <a:p>
            <a:pPr marL="0" indent="0"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632954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16352-7826-9294-525A-B303A4816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MPI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F330B-071D-D07F-6F8F-FBE0E488A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#include &lt;</a:t>
            </a:r>
            <a:r>
              <a:rPr lang="en-GB" sz="1050" dirty="0" err="1"/>
              <a:t>stdio.h</a:t>
            </a:r>
            <a:r>
              <a:rPr lang="en-GB" sz="105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#include &lt;</a:t>
            </a:r>
            <a:r>
              <a:rPr lang="en-GB" sz="1050" dirty="0" err="1"/>
              <a:t>math.h</a:t>
            </a:r>
            <a:r>
              <a:rPr lang="en-GB" sz="105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#include &lt;</a:t>
            </a:r>
            <a:r>
              <a:rPr lang="en-GB" sz="1050" dirty="0" err="1"/>
              <a:t>mpi.h</a:t>
            </a:r>
            <a:r>
              <a:rPr lang="en-GB" sz="105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endParaRPr lang="en-GB" sz="1050" dirty="0"/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int main(int </a:t>
            </a:r>
            <a:r>
              <a:rPr lang="en-GB" sz="1050" dirty="0" err="1"/>
              <a:t>argc</a:t>
            </a:r>
            <a:r>
              <a:rPr lang="en-GB" sz="1050" dirty="0"/>
              <a:t>, char *</a:t>
            </a:r>
            <a:r>
              <a:rPr lang="en-GB" sz="1050" dirty="0" err="1"/>
              <a:t>argv</a:t>
            </a:r>
            <a:r>
              <a:rPr lang="en-GB" sz="1050" dirty="0"/>
              <a:t>[])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    </a:t>
            </a:r>
            <a:r>
              <a:rPr lang="en-GB" sz="1050" dirty="0" err="1"/>
              <a:t>const</a:t>
            </a:r>
            <a:r>
              <a:rPr lang="en-GB" sz="1050" dirty="0"/>
              <a:t> long N = 1000000000;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    </a:t>
            </a:r>
            <a:r>
              <a:rPr lang="en-GB" sz="1050" dirty="0" err="1"/>
              <a:t>const</a:t>
            </a:r>
            <a:r>
              <a:rPr lang="en-GB" sz="1050" dirty="0"/>
              <a:t> double h = 1.0 / 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    </a:t>
            </a:r>
            <a:r>
              <a:rPr lang="en-GB" sz="1050" dirty="0" err="1"/>
              <a:t>const</a:t>
            </a:r>
            <a:r>
              <a:rPr lang="en-GB" sz="1050" dirty="0"/>
              <a:t> double PI = 3.141592653589793238462643;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    double x, sum = 0.0, </a:t>
            </a:r>
            <a:r>
              <a:rPr lang="en-GB" sz="1050" dirty="0" err="1"/>
              <a:t>mypi</a:t>
            </a:r>
            <a:r>
              <a:rPr lang="en-GB" sz="1050" dirty="0"/>
              <a:t>, pi, error, start, end;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    int </a:t>
            </a:r>
            <a:r>
              <a:rPr lang="en-GB" sz="1050" dirty="0" err="1"/>
              <a:t>i</a:t>
            </a:r>
            <a:r>
              <a:rPr lang="en-GB" sz="1050" dirty="0"/>
              <a:t>, rank, size;</a:t>
            </a:r>
          </a:p>
          <a:p>
            <a:pPr marL="0" indent="0">
              <a:spcBef>
                <a:spcPts val="0"/>
              </a:spcBef>
              <a:buNone/>
            </a:pPr>
            <a:endParaRPr lang="en-GB" sz="1050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>
                <a:solidFill>
                  <a:schemeClr val="accent5">
                    <a:lumMod val="50000"/>
                  </a:schemeClr>
                </a:solidFill>
              </a:rPr>
              <a:t>    </a:t>
            </a:r>
            <a:r>
              <a:rPr lang="en-GB" sz="1050" dirty="0" err="1">
                <a:solidFill>
                  <a:schemeClr val="accent5">
                    <a:lumMod val="50000"/>
                  </a:schemeClr>
                </a:solidFill>
              </a:rPr>
              <a:t>MPI_Init</a:t>
            </a:r>
            <a:r>
              <a:rPr lang="en-GB" sz="1050" dirty="0">
                <a:solidFill>
                  <a:schemeClr val="accent5">
                    <a:lumMod val="50000"/>
                  </a:schemeClr>
                </a:solidFill>
              </a:rPr>
              <a:t>(&amp;</a:t>
            </a:r>
            <a:r>
              <a:rPr lang="en-GB" sz="1050" dirty="0" err="1">
                <a:solidFill>
                  <a:schemeClr val="accent5">
                    <a:lumMod val="50000"/>
                  </a:schemeClr>
                </a:solidFill>
              </a:rPr>
              <a:t>argc</a:t>
            </a:r>
            <a:r>
              <a:rPr lang="en-GB" sz="1050" dirty="0">
                <a:solidFill>
                  <a:schemeClr val="accent5">
                    <a:lumMod val="50000"/>
                  </a:schemeClr>
                </a:solidFill>
              </a:rPr>
              <a:t>, &amp;</a:t>
            </a:r>
            <a:r>
              <a:rPr lang="en-GB" sz="1050" dirty="0" err="1">
                <a:solidFill>
                  <a:schemeClr val="accent5">
                    <a:lumMod val="50000"/>
                  </a:schemeClr>
                </a:solidFill>
              </a:rPr>
              <a:t>argv</a:t>
            </a:r>
            <a:r>
              <a:rPr lang="en-GB" sz="1050" dirty="0">
                <a:solidFill>
                  <a:schemeClr val="accent5">
                    <a:lumMod val="50000"/>
                  </a:schemeClr>
                </a:solidFill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>
                <a:solidFill>
                  <a:schemeClr val="accent5">
                    <a:lumMod val="50000"/>
                  </a:schemeClr>
                </a:solidFill>
              </a:rPr>
              <a:t>    </a:t>
            </a:r>
            <a:r>
              <a:rPr lang="en-GB" sz="1050" dirty="0" err="1">
                <a:solidFill>
                  <a:schemeClr val="accent5">
                    <a:lumMod val="50000"/>
                  </a:schemeClr>
                </a:solidFill>
              </a:rPr>
              <a:t>MPI_Comm_rank</a:t>
            </a:r>
            <a:r>
              <a:rPr lang="en-GB" sz="1050" dirty="0">
                <a:solidFill>
                  <a:schemeClr val="accent5">
                    <a:lumMod val="50000"/>
                  </a:schemeClr>
                </a:solidFill>
              </a:rPr>
              <a:t>(MPI_COMM_WORLD, &amp;rank);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>
                <a:solidFill>
                  <a:schemeClr val="accent5">
                    <a:lumMod val="50000"/>
                  </a:schemeClr>
                </a:solidFill>
              </a:rPr>
              <a:t>    </a:t>
            </a:r>
            <a:r>
              <a:rPr lang="en-GB" sz="1050" dirty="0" err="1">
                <a:solidFill>
                  <a:schemeClr val="accent5">
                    <a:lumMod val="50000"/>
                  </a:schemeClr>
                </a:solidFill>
              </a:rPr>
              <a:t>MPI_Comm_size</a:t>
            </a:r>
            <a:r>
              <a:rPr lang="en-GB" sz="1050" dirty="0">
                <a:solidFill>
                  <a:schemeClr val="accent5">
                    <a:lumMod val="50000"/>
                  </a:schemeClr>
                </a:solidFill>
              </a:rPr>
              <a:t>(MPI_COMM_WORLD, &amp;size);</a:t>
            </a:r>
          </a:p>
          <a:p>
            <a:pPr marL="0" indent="0">
              <a:spcBef>
                <a:spcPts val="0"/>
              </a:spcBef>
              <a:buNone/>
            </a:pPr>
            <a:endParaRPr lang="en-GB" sz="1050" dirty="0"/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    start = </a:t>
            </a:r>
            <a:r>
              <a:rPr lang="en-GB" sz="1050" dirty="0" err="1"/>
              <a:t>MPI_Wtime</a:t>
            </a:r>
            <a:r>
              <a:rPr lang="en-GB" sz="1050" dirty="0"/>
              <a:t>();</a:t>
            </a:r>
          </a:p>
          <a:p>
            <a:pPr marL="0" indent="0">
              <a:spcBef>
                <a:spcPts val="0"/>
              </a:spcBef>
              <a:buNone/>
            </a:pPr>
            <a:endParaRPr lang="en-GB" sz="1050" dirty="0"/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    for (</a:t>
            </a:r>
            <a:r>
              <a:rPr lang="en-GB" sz="1050" dirty="0" err="1"/>
              <a:t>i</a:t>
            </a:r>
            <a:r>
              <a:rPr lang="en-GB" sz="1050" dirty="0"/>
              <a:t> = rank; </a:t>
            </a:r>
            <a:r>
              <a:rPr lang="en-GB" sz="1050" dirty="0" err="1"/>
              <a:t>i</a:t>
            </a:r>
            <a:r>
              <a:rPr lang="en-GB" sz="1050" dirty="0"/>
              <a:t> &lt;= N; </a:t>
            </a:r>
            <a:r>
              <a:rPr lang="en-GB" sz="1050" dirty="0" err="1"/>
              <a:t>i</a:t>
            </a:r>
            <a:r>
              <a:rPr lang="en-GB" sz="1050" dirty="0"/>
              <a:t> += size)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        x = h * (double)</a:t>
            </a:r>
            <a:r>
              <a:rPr lang="en-GB" sz="1050" dirty="0" err="1"/>
              <a:t>i</a:t>
            </a:r>
            <a:r>
              <a:rPr lang="en-GB" sz="105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        sum += 4.0 / (1.0 + x * x);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    }</a:t>
            </a:r>
          </a:p>
          <a:p>
            <a:pPr marL="0" indent="0">
              <a:spcBef>
                <a:spcPts val="0"/>
              </a:spcBef>
              <a:buNone/>
            </a:pPr>
            <a:endParaRPr lang="en-GB" sz="1050" dirty="0"/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    </a:t>
            </a:r>
            <a:r>
              <a:rPr lang="en-GB" sz="1050" dirty="0" err="1"/>
              <a:t>mypi</a:t>
            </a:r>
            <a:r>
              <a:rPr lang="en-GB" sz="1050" dirty="0"/>
              <a:t> = h * sum;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>
                <a:solidFill>
                  <a:schemeClr val="accent5">
                    <a:lumMod val="50000"/>
                  </a:schemeClr>
                </a:solidFill>
              </a:rPr>
              <a:t>    </a:t>
            </a:r>
            <a:r>
              <a:rPr lang="en-GB" sz="1050" dirty="0" err="1">
                <a:solidFill>
                  <a:schemeClr val="accent5">
                    <a:lumMod val="50000"/>
                  </a:schemeClr>
                </a:solidFill>
              </a:rPr>
              <a:t>MPI_Reduce</a:t>
            </a:r>
            <a:r>
              <a:rPr lang="en-GB" sz="1050" dirty="0">
                <a:solidFill>
                  <a:schemeClr val="accent5">
                    <a:lumMod val="50000"/>
                  </a:schemeClr>
                </a:solidFill>
              </a:rPr>
              <a:t>(&amp;</a:t>
            </a:r>
            <a:r>
              <a:rPr lang="en-GB" sz="1050" dirty="0" err="1">
                <a:solidFill>
                  <a:schemeClr val="accent5">
                    <a:lumMod val="50000"/>
                  </a:schemeClr>
                </a:solidFill>
              </a:rPr>
              <a:t>mypi</a:t>
            </a:r>
            <a:r>
              <a:rPr lang="en-GB" sz="1050" dirty="0">
                <a:solidFill>
                  <a:schemeClr val="accent5">
                    <a:lumMod val="50000"/>
                  </a:schemeClr>
                </a:solidFill>
              </a:rPr>
              <a:t>, &amp;pi, 1, MPI_DOUBLE, MPI_SUM, 0, MPI_COMM_WORLD);</a:t>
            </a:r>
          </a:p>
          <a:p>
            <a:pPr marL="0" indent="0">
              <a:spcBef>
                <a:spcPts val="0"/>
              </a:spcBef>
              <a:buNone/>
            </a:pPr>
            <a:endParaRPr lang="en-GB" sz="1050" dirty="0"/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    end = </a:t>
            </a:r>
            <a:r>
              <a:rPr lang="en-GB" sz="1050" dirty="0" err="1"/>
              <a:t>MPI_Wtime</a:t>
            </a:r>
            <a:r>
              <a:rPr lang="en-GB" sz="1050" dirty="0"/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    if (rank == 0)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        error = fabs(pi - PI);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        </a:t>
            </a:r>
            <a:r>
              <a:rPr lang="en-GB" sz="1050" dirty="0" err="1"/>
              <a:t>printf</a:t>
            </a:r>
            <a:r>
              <a:rPr lang="en-GB" sz="1050" dirty="0"/>
              <a:t>("MPI: </a:t>
            </a:r>
            <a:r>
              <a:rPr lang="el-GR" sz="1050" dirty="0"/>
              <a:t>π = %.16</a:t>
            </a:r>
            <a:r>
              <a:rPr lang="en-GB" sz="1050" dirty="0"/>
              <a:t>f ± %.16f | time = %.4f sec | processes = %d\n",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               pi, error, end - start, size);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    }</a:t>
            </a:r>
          </a:p>
          <a:p>
            <a:pPr marL="0" indent="0">
              <a:spcBef>
                <a:spcPts val="0"/>
              </a:spcBef>
              <a:buNone/>
            </a:pPr>
            <a:endParaRPr lang="en-GB" sz="1050" dirty="0"/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>
                <a:solidFill>
                  <a:schemeClr val="accent5">
                    <a:lumMod val="50000"/>
                  </a:schemeClr>
                </a:solidFill>
              </a:rPr>
              <a:t>    </a:t>
            </a:r>
            <a:r>
              <a:rPr lang="en-GB" sz="1050" dirty="0" err="1">
                <a:solidFill>
                  <a:schemeClr val="accent5">
                    <a:lumMod val="50000"/>
                  </a:schemeClr>
                </a:solidFill>
              </a:rPr>
              <a:t>MPI_Finalize</a:t>
            </a:r>
            <a:r>
              <a:rPr lang="en-GB" sz="1050" dirty="0">
                <a:solidFill>
                  <a:schemeClr val="accent5">
                    <a:lumMod val="50000"/>
                  </a:schemeClr>
                </a:solidFill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    return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050" dirty="0"/>
              <a:t>}</a:t>
            </a:r>
          </a:p>
          <a:p>
            <a:pPr marL="0" indent="0">
              <a:buNone/>
            </a:pPr>
            <a:endParaRPr lang="en-GB" sz="10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3F6271-461D-5919-58E7-A18750D1C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8168" y="3140968"/>
            <a:ext cx="3569970" cy="71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567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A933-3CB3-5CA5-E4AB-7C317A2CC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Hybrid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2E5CA-9A74-A92B-9E88-9D451F205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…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#include &lt;</a:t>
            </a:r>
            <a:r>
              <a:rPr lang="en-GB" sz="1100" dirty="0" err="1"/>
              <a:t>mpi.h</a:t>
            </a:r>
            <a:r>
              <a:rPr lang="en-GB" sz="11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#include &lt;</a:t>
            </a:r>
            <a:r>
              <a:rPr lang="en-GB" sz="1100" dirty="0" err="1"/>
              <a:t>omp.h</a:t>
            </a:r>
            <a:r>
              <a:rPr lang="en-GB" sz="11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int main(int </a:t>
            </a:r>
            <a:r>
              <a:rPr lang="en-GB" sz="1100" dirty="0" err="1"/>
              <a:t>argc</a:t>
            </a:r>
            <a:r>
              <a:rPr lang="en-GB" sz="1100" dirty="0"/>
              <a:t>, char *</a:t>
            </a:r>
            <a:r>
              <a:rPr lang="en-GB" sz="1100" dirty="0" err="1"/>
              <a:t>argv</a:t>
            </a:r>
            <a:r>
              <a:rPr lang="en-GB" sz="1100" dirty="0"/>
              <a:t>[])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    </a:t>
            </a:r>
            <a:r>
              <a:rPr lang="en-GB" sz="1100" dirty="0" err="1"/>
              <a:t>const</a:t>
            </a:r>
            <a:r>
              <a:rPr lang="en-GB" sz="1100" dirty="0"/>
              <a:t> long N = 1000000000;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    </a:t>
            </a:r>
            <a:r>
              <a:rPr lang="en-GB" sz="1100" dirty="0" err="1"/>
              <a:t>const</a:t>
            </a:r>
            <a:r>
              <a:rPr lang="en-GB" sz="1100" dirty="0"/>
              <a:t> double h = 1.0 / N;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    </a:t>
            </a:r>
            <a:r>
              <a:rPr lang="en-GB" sz="1100" dirty="0" err="1"/>
              <a:t>const</a:t>
            </a:r>
            <a:r>
              <a:rPr lang="en-GB" sz="1100" dirty="0"/>
              <a:t> double PI = 3.141592653589793238462643;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    double x, sum = 0.0, </a:t>
            </a:r>
            <a:r>
              <a:rPr lang="en-GB" sz="1100" dirty="0" err="1"/>
              <a:t>mypi</a:t>
            </a:r>
            <a:r>
              <a:rPr lang="en-GB" sz="1100" dirty="0"/>
              <a:t>, pi, error, start, end;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    int rank, size;</a:t>
            </a:r>
          </a:p>
          <a:p>
            <a:pPr marL="0" indent="0">
              <a:spcBef>
                <a:spcPts val="0"/>
              </a:spcBef>
              <a:buNone/>
            </a:pPr>
            <a:endParaRPr lang="en-GB" sz="1100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>
                <a:solidFill>
                  <a:schemeClr val="accent5">
                    <a:lumMod val="50000"/>
                  </a:schemeClr>
                </a:solidFill>
              </a:rPr>
              <a:t>    </a:t>
            </a:r>
            <a:r>
              <a:rPr lang="en-GB" sz="1100" dirty="0" err="1">
                <a:solidFill>
                  <a:schemeClr val="accent5">
                    <a:lumMod val="50000"/>
                  </a:schemeClr>
                </a:solidFill>
              </a:rPr>
              <a:t>MPI_Init</a:t>
            </a:r>
            <a:r>
              <a:rPr lang="en-GB" sz="1100" dirty="0">
                <a:solidFill>
                  <a:schemeClr val="accent5">
                    <a:lumMod val="50000"/>
                  </a:schemeClr>
                </a:solidFill>
              </a:rPr>
              <a:t>(&amp;</a:t>
            </a:r>
            <a:r>
              <a:rPr lang="en-GB" sz="1100" dirty="0" err="1">
                <a:solidFill>
                  <a:schemeClr val="accent5">
                    <a:lumMod val="50000"/>
                  </a:schemeClr>
                </a:solidFill>
              </a:rPr>
              <a:t>argc</a:t>
            </a:r>
            <a:r>
              <a:rPr lang="en-GB" sz="1100" dirty="0">
                <a:solidFill>
                  <a:schemeClr val="accent5">
                    <a:lumMod val="50000"/>
                  </a:schemeClr>
                </a:solidFill>
              </a:rPr>
              <a:t>, &amp;</a:t>
            </a:r>
            <a:r>
              <a:rPr lang="en-GB" sz="1100" dirty="0" err="1">
                <a:solidFill>
                  <a:schemeClr val="accent5">
                    <a:lumMod val="50000"/>
                  </a:schemeClr>
                </a:solidFill>
              </a:rPr>
              <a:t>argv</a:t>
            </a:r>
            <a:r>
              <a:rPr lang="en-GB" sz="1100" dirty="0">
                <a:solidFill>
                  <a:schemeClr val="accent5">
                    <a:lumMod val="50000"/>
                  </a:schemeClr>
                </a:solidFill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>
                <a:solidFill>
                  <a:schemeClr val="accent5">
                    <a:lumMod val="50000"/>
                  </a:schemeClr>
                </a:solidFill>
              </a:rPr>
              <a:t>    </a:t>
            </a:r>
            <a:r>
              <a:rPr lang="en-GB" sz="1100" dirty="0" err="1">
                <a:solidFill>
                  <a:schemeClr val="accent5">
                    <a:lumMod val="50000"/>
                  </a:schemeClr>
                </a:solidFill>
              </a:rPr>
              <a:t>MPI_Comm_rank</a:t>
            </a:r>
            <a:r>
              <a:rPr lang="en-GB" sz="1100" dirty="0">
                <a:solidFill>
                  <a:schemeClr val="accent5">
                    <a:lumMod val="50000"/>
                  </a:schemeClr>
                </a:solidFill>
              </a:rPr>
              <a:t>(MPI_COMM_WORLD, &amp;rank);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>
                <a:solidFill>
                  <a:schemeClr val="accent5">
                    <a:lumMod val="50000"/>
                  </a:schemeClr>
                </a:solidFill>
              </a:rPr>
              <a:t>    </a:t>
            </a:r>
            <a:r>
              <a:rPr lang="en-GB" sz="1100" dirty="0" err="1">
                <a:solidFill>
                  <a:schemeClr val="accent5">
                    <a:lumMod val="50000"/>
                  </a:schemeClr>
                </a:solidFill>
              </a:rPr>
              <a:t>MPI_Comm_size</a:t>
            </a:r>
            <a:r>
              <a:rPr lang="en-GB" sz="1100" dirty="0">
                <a:solidFill>
                  <a:schemeClr val="accent5">
                    <a:lumMod val="50000"/>
                  </a:schemeClr>
                </a:solidFill>
              </a:rPr>
              <a:t>(MPI_COMM_WORLD, &amp;size);</a:t>
            </a:r>
          </a:p>
          <a:p>
            <a:pPr marL="0" indent="0">
              <a:spcBef>
                <a:spcPts val="0"/>
              </a:spcBef>
              <a:buNone/>
            </a:pPr>
            <a:endParaRPr lang="en-GB" sz="1100" dirty="0"/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    start = </a:t>
            </a:r>
            <a:r>
              <a:rPr lang="en-GB" sz="1100" dirty="0" err="1"/>
              <a:t>MPI_Wtime</a:t>
            </a:r>
            <a:r>
              <a:rPr lang="en-GB" sz="1100" dirty="0"/>
              <a:t>();</a:t>
            </a:r>
          </a:p>
          <a:p>
            <a:pPr marL="0" indent="0">
              <a:spcBef>
                <a:spcPts val="0"/>
              </a:spcBef>
              <a:buNone/>
            </a:pPr>
            <a:endParaRPr lang="en-GB" sz="1100" dirty="0"/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>
                <a:solidFill>
                  <a:schemeClr val="accent5">
                    <a:lumMod val="50000"/>
                  </a:schemeClr>
                </a:solidFill>
              </a:rPr>
              <a:t>    #pragma </a:t>
            </a:r>
            <a:r>
              <a:rPr lang="en-GB" sz="1100" dirty="0" err="1">
                <a:solidFill>
                  <a:schemeClr val="accent5">
                    <a:lumMod val="50000"/>
                  </a:schemeClr>
                </a:solidFill>
              </a:rPr>
              <a:t>omp</a:t>
            </a:r>
            <a:r>
              <a:rPr lang="en-GB" sz="1100" dirty="0">
                <a:solidFill>
                  <a:schemeClr val="accent5">
                    <a:lumMod val="50000"/>
                  </a:schemeClr>
                </a:solidFill>
              </a:rPr>
              <a:t> parallel for private(x) reduction(+:sum)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    for (long </a:t>
            </a:r>
            <a:r>
              <a:rPr lang="en-GB" sz="1100" dirty="0" err="1"/>
              <a:t>i</a:t>
            </a:r>
            <a:r>
              <a:rPr lang="en-GB" sz="1100" dirty="0"/>
              <a:t> = rank; </a:t>
            </a:r>
            <a:r>
              <a:rPr lang="en-GB" sz="1100" dirty="0" err="1"/>
              <a:t>i</a:t>
            </a:r>
            <a:r>
              <a:rPr lang="en-GB" sz="1100" dirty="0"/>
              <a:t> &lt;= N; </a:t>
            </a:r>
            <a:r>
              <a:rPr lang="en-GB" sz="1100" dirty="0" err="1"/>
              <a:t>i</a:t>
            </a:r>
            <a:r>
              <a:rPr lang="en-GB" sz="1100" dirty="0"/>
              <a:t> += size)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        x = h * (double)</a:t>
            </a:r>
            <a:r>
              <a:rPr lang="en-GB" sz="1100" dirty="0" err="1"/>
              <a:t>i</a:t>
            </a:r>
            <a:r>
              <a:rPr lang="en-GB" sz="11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        sum += 4.0 / (1.0 + x * x);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    }</a:t>
            </a:r>
          </a:p>
          <a:p>
            <a:pPr marL="0" indent="0">
              <a:spcBef>
                <a:spcPts val="0"/>
              </a:spcBef>
              <a:buNone/>
            </a:pPr>
            <a:endParaRPr lang="en-GB" sz="1100" dirty="0"/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    </a:t>
            </a:r>
            <a:r>
              <a:rPr lang="en-GB" sz="1100" dirty="0" err="1"/>
              <a:t>mypi</a:t>
            </a:r>
            <a:r>
              <a:rPr lang="en-GB" sz="1100" dirty="0"/>
              <a:t> = h * sum;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>
                <a:solidFill>
                  <a:schemeClr val="accent5">
                    <a:lumMod val="50000"/>
                  </a:schemeClr>
                </a:solidFill>
              </a:rPr>
              <a:t>    </a:t>
            </a:r>
            <a:r>
              <a:rPr lang="en-GB" sz="1100" dirty="0" err="1">
                <a:solidFill>
                  <a:schemeClr val="accent5">
                    <a:lumMod val="50000"/>
                  </a:schemeClr>
                </a:solidFill>
              </a:rPr>
              <a:t>MPI_Reduce</a:t>
            </a:r>
            <a:r>
              <a:rPr lang="en-GB" sz="1100" dirty="0">
                <a:solidFill>
                  <a:schemeClr val="accent5">
                    <a:lumMod val="50000"/>
                  </a:schemeClr>
                </a:solidFill>
              </a:rPr>
              <a:t>(&amp;</a:t>
            </a:r>
            <a:r>
              <a:rPr lang="en-GB" sz="1100" dirty="0" err="1">
                <a:solidFill>
                  <a:schemeClr val="accent5">
                    <a:lumMod val="50000"/>
                  </a:schemeClr>
                </a:solidFill>
              </a:rPr>
              <a:t>mypi</a:t>
            </a:r>
            <a:r>
              <a:rPr lang="en-GB" sz="1100" dirty="0">
                <a:solidFill>
                  <a:schemeClr val="accent5">
                    <a:lumMod val="50000"/>
                  </a:schemeClr>
                </a:solidFill>
              </a:rPr>
              <a:t>, &amp;pi, 1, MPI_DOUBLE, MPI_SUM, 0, MPI_COMM_WORLD);</a:t>
            </a:r>
          </a:p>
          <a:p>
            <a:pPr marL="0" indent="0">
              <a:spcBef>
                <a:spcPts val="0"/>
              </a:spcBef>
              <a:buNone/>
            </a:pPr>
            <a:endParaRPr lang="en-GB" sz="1100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    end = </a:t>
            </a:r>
            <a:r>
              <a:rPr lang="en-GB" sz="1100" dirty="0" err="1"/>
              <a:t>MPI_Wtime</a:t>
            </a:r>
            <a:r>
              <a:rPr lang="en-GB" sz="1100" dirty="0"/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    if (rank == 0)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        error = fabs(pi - PI);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        </a:t>
            </a:r>
            <a:r>
              <a:rPr lang="en-GB" sz="1100" dirty="0" err="1"/>
              <a:t>printf</a:t>
            </a:r>
            <a:r>
              <a:rPr lang="en-GB" sz="1100" dirty="0"/>
              <a:t>("Hybrid: </a:t>
            </a:r>
            <a:r>
              <a:rPr lang="el-GR" sz="1100" dirty="0"/>
              <a:t>π = %.16</a:t>
            </a:r>
            <a:r>
              <a:rPr lang="en-GB" sz="1100" dirty="0"/>
              <a:t>f ± %.16f | time = %.4f sec | %d MPI × %d OMP\n",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               pi, error, end - start, size, </a:t>
            </a:r>
            <a:r>
              <a:rPr lang="en-GB" sz="1100" dirty="0" err="1"/>
              <a:t>omp_get_max_threads</a:t>
            </a:r>
            <a:r>
              <a:rPr lang="en-GB" sz="1100" dirty="0"/>
              <a:t>());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>
                <a:solidFill>
                  <a:schemeClr val="accent5">
                    <a:lumMod val="50000"/>
                  </a:schemeClr>
                </a:solidFill>
              </a:rPr>
              <a:t>    </a:t>
            </a:r>
            <a:r>
              <a:rPr lang="en-GB" sz="1100" dirty="0" err="1">
                <a:solidFill>
                  <a:schemeClr val="accent5">
                    <a:lumMod val="50000"/>
                  </a:schemeClr>
                </a:solidFill>
              </a:rPr>
              <a:t>MPI_Finalize</a:t>
            </a:r>
            <a:r>
              <a:rPr lang="en-GB" sz="1100" dirty="0">
                <a:solidFill>
                  <a:schemeClr val="accent5">
                    <a:lumMod val="50000"/>
                  </a:schemeClr>
                </a:solidFill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    return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100" dirty="0"/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GB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43B89F-C8BF-B085-B40B-1A763C447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064" y="2996952"/>
            <a:ext cx="4752528" cy="110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353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End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versity Standard">
  <a:themeElements>
    <a:clrScheme name="uow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uow2">
      <a:majorFont>
        <a:latin typeface="Rockwel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uow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ow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ow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1850</Words>
  <Application>Microsoft Office PowerPoint</Application>
  <PresentationFormat>Widescreen</PresentationFormat>
  <Paragraphs>233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Arial Regular</vt:lpstr>
      <vt:lpstr>Calibri</vt:lpstr>
      <vt:lpstr>Rockwell</vt:lpstr>
      <vt:lpstr>Wingdings</vt:lpstr>
      <vt:lpstr>University Standard</vt:lpstr>
      <vt:lpstr>6CS005 High Performance Computing</vt:lpstr>
      <vt:lpstr>Parallel Programming Models</vt:lpstr>
      <vt:lpstr>MPI</vt:lpstr>
      <vt:lpstr>The Message-Passing Model</vt:lpstr>
      <vt:lpstr>PowerPoint Presentation</vt:lpstr>
      <vt:lpstr>OpenMP</vt:lpstr>
      <vt:lpstr>PowerPoint Presentation</vt:lpstr>
      <vt:lpstr>Hybrid (MPI + OpenMP) model</vt:lpstr>
      <vt:lpstr>How to Hybrid </vt:lpstr>
      <vt:lpstr>Serial code</vt:lpstr>
      <vt:lpstr>Omp</vt:lpstr>
      <vt:lpstr>MPI </vt:lpstr>
      <vt:lpstr>Hybrid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Kaur, Pooja</cp:lastModifiedBy>
  <cp:revision>1</cp:revision>
  <dcterms:created xsi:type="dcterms:W3CDTF">2020-10-20T01:36:00Z</dcterms:created>
  <dcterms:modified xsi:type="dcterms:W3CDTF">2025-10-20T22:49:49Z</dcterms:modified>
</cp:coreProperties>
</file>